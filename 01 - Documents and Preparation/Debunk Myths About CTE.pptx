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1" r:id="rId2"/>
    <p:sldMasterId id="2147483689" r:id="rId3"/>
  </p:sldMasterIdLst>
  <p:notesMasterIdLst>
    <p:notesMasterId r:id="rId6"/>
  </p:notesMasterIdLst>
  <p:sldIdLst>
    <p:sldId id="334" r:id="rId4"/>
    <p:sldId id="335" r:id="rId5"/>
  </p:sldIdLst>
  <p:sldSz cx="12192000" cy="6858000"/>
  <p:notesSz cx="6858000" cy="9144000"/>
  <p:defaultTextStyle>
    <a:defPPr>
      <a:defRPr lang="de-DE"/>
    </a:defPPr>
    <a:lvl1pPr marL="0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8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957C16-3A1B-44F4-8A08-B96057A0666D}" v="1" dt="2025-10-30T13:15:56.4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7" autoAdjust="0"/>
    <p:restoredTop sz="94643" autoAdjust="0"/>
  </p:normalViewPr>
  <p:slideViewPr>
    <p:cSldViewPr snapToGrid="0">
      <p:cViewPr varScale="1">
        <p:scale>
          <a:sx n="82" d="100"/>
          <a:sy n="82" d="100"/>
        </p:scale>
        <p:origin x="384" y="55"/>
      </p:cViewPr>
      <p:guideLst/>
    </p:cSldViewPr>
  </p:slideViewPr>
  <p:outlineViewPr>
    <p:cViewPr>
      <p:scale>
        <a:sx n="33" d="100"/>
        <a:sy n="33" d="100"/>
      </p:scale>
      <p:origin x="0" y="-43716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2.xml"/><Relationship Id="rId10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we Ricken" userId="f02567aecbed924b" providerId="LiveId" clId="{E77B627B-1F43-41A9-9F24-D4BB31BF6050}"/>
    <pc:docChg chg="delSld modSld">
      <pc:chgData name="Uwe Ricken" userId="f02567aecbed924b" providerId="LiveId" clId="{E77B627B-1F43-41A9-9F24-D4BB31BF6050}" dt="2025-10-30T13:16:14.096" v="35" actId="47"/>
      <pc:docMkLst>
        <pc:docMk/>
      </pc:docMkLst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2697227968" sldId="256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2697227968" sldId="256"/>
            <ac:spMk id="4" creationId="{1C02D4BB-8072-777B-D14E-94097CF68E64}"/>
          </ac:spMkLst>
        </pc:spChg>
      </pc:sldChg>
      <pc:sldChg chg="modSp del">
        <pc:chgData name="Uwe Ricken" userId="f02567aecbed924b" providerId="LiveId" clId="{E77B627B-1F43-41A9-9F24-D4BB31BF6050}" dt="2025-10-30T13:16:02.189" v="34" actId="2696"/>
        <pc:sldMkLst>
          <pc:docMk/>
          <pc:sldMk cId="3203706696" sldId="297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203706696" sldId="297"/>
            <ac:spMk id="5" creationId="{00000000-0000-0000-0000-000000000000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203706696" sldId="297"/>
            <ac:spMk id="6" creationId="{00000000-0000-0000-0000-000000000000}"/>
          </ac:spMkLst>
        </pc:spChg>
      </pc:sldChg>
      <pc:sldChg chg="modSp mod">
        <pc:chgData name="Uwe Ricken" userId="f02567aecbed924b" providerId="LiveId" clId="{E77B627B-1F43-41A9-9F24-D4BB31BF6050}" dt="2025-10-30T13:15:56.414" v="33"/>
        <pc:sldMkLst>
          <pc:docMk/>
          <pc:sldMk cId="4067710344" sldId="334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4067710344" sldId="334"/>
            <ac:spMk id="2" creationId="{00000000-0000-0000-0000-000000000000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4067710344" sldId="334"/>
            <ac:spMk id="3" creationId="{00000000-0000-0000-0000-000000000000}"/>
          </ac:spMkLst>
        </pc:spChg>
        <pc:spChg chg="mod">
          <ac:chgData name="Uwe Ricken" userId="f02567aecbed924b" providerId="LiveId" clId="{E77B627B-1F43-41A9-9F24-D4BB31BF6050}" dt="2025-10-30T13:15:30.160" v="32" actId="20577"/>
          <ac:spMkLst>
            <pc:docMk/>
            <pc:sldMk cId="4067710344" sldId="334"/>
            <ac:spMk id="4" creationId="{00000000-0000-0000-0000-000000000000}"/>
          </ac:spMkLst>
        </pc:spChg>
      </pc:sldChg>
      <pc:sldChg chg="modSp">
        <pc:chgData name="Uwe Ricken" userId="f02567aecbed924b" providerId="LiveId" clId="{E77B627B-1F43-41A9-9F24-D4BB31BF6050}" dt="2025-10-30T13:15:56.414" v="33"/>
        <pc:sldMkLst>
          <pc:docMk/>
          <pc:sldMk cId="1681187469" sldId="335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681187469" sldId="335"/>
            <ac:spMk id="2" creationId="{00000000-0000-0000-0000-000000000000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681187469" sldId="335"/>
            <ac:spMk id="4" creationId="{00000000-0000-0000-0000-000000000000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681187469" sldId="335"/>
            <ac:spMk id="6" creationId="{00000000-0000-0000-0000-000000000000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487474911" sldId="336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487474911" sldId="336"/>
            <ac:spMk id="2" creationId="{A626F7A4-5F53-E90B-7446-E689769D7556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487474911" sldId="336"/>
            <ac:spMk id="3" creationId="{1C515DFF-2B8F-A7B5-0A40-FF456E70CF0A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793187785" sldId="337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793187785" sldId="337"/>
            <ac:spMk id="5" creationId="{12571BE5-B71D-FFFF-95F2-7563C3CE89CB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793187785" sldId="337"/>
            <ac:spMk id="6" creationId="{1BF56D9F-9292-F522-0C69-FE07A8759768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769944752" sldId="338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769944752" sldId="338"/>
            <ac:spMk id="2" creationId="{0093DFBC-C4E2-717F-999C-96909B211276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769944752" sldId="338"/>
            <ac:spMk id="3" creationId="{FE6514BD-55B9-A72B-9182-9C57614A93C5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226455037" sldId="339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226455037" sldId="339"/>
            <ac:spMk id="2" creationId="{D492B2F7-6330-8DE4-12BB-9DFCE042C06E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226455037" sldId="339"/>
            <ac:spMk id="4" creationId="{939F169E-B0D3-D695-A625-3F137918505F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823643653" sldId="340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823643653" sldId="340"/>
            <ac:spMk id="2" creationId="{0040F899-EE6B-9D37-1AE4-21C4EBBA7B4B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823643653" sldId="340"/>
            <ac:spMk id="3" creationId="{D5C11F9B-D5CD-2A65-F03C-50F9A0984584}"/>
          </ac:spMkLst>
        </pc:spChg>
        <pc:picChg chg="mod">
          <ac:chgData name="Uwe Ricken" userId="f02567aecbed924b" providerId="LiveId" clId="{E77B627B-1F43-41A9-9F24-D4BB31BF6050}" dt="2025-10-30T13:15:56.414" v="33"/>
          <ac:picMkLst>
            <pc:docMk/>
            <pc:sldMk cId="1823643653" sldId="340"/>
            <ac:picMk id="6" creationId="{31D6CE66-8FCF-B468-D447-8C9BA19F337B}"/>
          </ac:picMkLst>
        </pc:pic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817427835" sldId="341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817427835" sldId="341"/>
            <ac:spMk id="2" creationId="{6F723960-254C-0907-5845-B331D5CE418E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817427835" sldId="341"/>
            <ac:spMk id="3" creationId="{E5CD2D06-DE0C-4810-E268-11D021E21C77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2328171931" sldId="342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2328171931" sldId="342"/>
            <ac:spMk id="4" creationId="{9403FC54-5AB6-EB8E-C160-68BA7028BD1E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2328171931" sldId="342"/>
            <ac:spMk id="5" creationId="{8261D61B-62E5-9230-0E65-F29FB6FC8A8E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4164946493" sldId="343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4164946493" sldId="343"/>
            <ac:spMk id="5" creationId="{52ED7381-DAF8-0CC9-1CDF-49D02CDCAC01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4164946493" sldId="343"/>
            <ac:spMk id="6" creationId="{56026DDA-7B75-F22C-785D-CADE9988780A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4155268874" sldId="344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4155268874" sldId="344"/>
            <ac:spMk id="2" creationId="{729E1F62-D3F9-22C0-5FC4-15D6BC48B384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4155268874" sldId="344"/>
            <ac:spMk id="3" creationId="{8F86535C-6B8A-1020-24C2-3B40252003A9}"/>
          </ac:spMkLst>
        </pc:spChg>
        <pc:picChg chg="mod">
          <ac:chgData name="Uwe Ricken" userId="f02567aecbed924b" providerId="LiveId" clId="{E77B627B-1F43-41A9-9F24-D4BB31BF6050}" dt="2025-10-30T13:15:56.414" v="33"/>
          <ac:picMkLst>
            <pc:docMk/>
            <pc:sldMk cId="4155268874" sldId="344"/>
            <ac:picMk id="6" creationId="{CA123964-A637-F182-9BC8-5AB5D76803C3}"/>
          </ac:picMkLst>
        </pc:pic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652038028" sldId="345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652038028" sldId="345"/>
            <ac:spMk id="4" creationId="{11370DAF-B7B4-D9B5-6CC8-D2CDCEFD8C7E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652038028" sldId="345"/>
            <ac:spMk id="5" creationId="{0F6657EA-C526-1DA9-88E9-04AC462B1B78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275382174" sldId="346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275382174" sldId="346"/>
            <ac:spMk id="2" creationId="{116EB023-6951-7EFF-FE4D-2047F18A9DF8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275382174" sldId="346"/>
            <ac:spMk id="3" creationId="{3A8154F0-962D-21DD-4A9F-7CFF4A489FD1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2156939699" sldId="347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2156939699" sldId="347"/>
            <ac:spMk id="2" creationId="{34FBCE3D-0415-83FB-7AA5-95F3ADFD84D7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2156939699" sldId="347"/>
            <ac:spMk id="3" creationId="{3157281D-DF73-5D1C-793E-C5F1FC480217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550364278" sldId="349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550364278" sldId="349"/>
            <ac:spMk id="2" creationId="{F7A6C95F-FCB1-A51E-BF18-16623A9BED5D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311573841" sldId="350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311573841" sldId="350"/>
            <ac:spMk id="2" creationId="{97A56B76-8DFF-FA77-B3F1-770EEE365CE5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311573841" sldId="350"/>
            <ac:spMk id="3" creationId="{53DA8CB9-CD42-3195-691F-49C817CF1EC5}"/>
          </ac:spMkLst>
        </pc:spChg>
        <pc:picChg chg="mod">
          <ac:chgData name="Uwe Ricken" userId="f02567aecbed924b" providerId="LiveId" clId="{E77B627B-1F43-41A9-9F24-D4BB31BF6050}" dt="2025-10-30T13:15:56.414" v="33"/>
          <ac:picMkLst>
            <pc:docMk/>
            <pc:sldMk cId="1311573841" sldId="350"/>
            <ac:picMk id="7" creationId="{26AA90EF-3BD3-52CD-3AB6-ABD5A1E9F78A}"/>
          </ac:picMkLst>
        </pc:pic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743379650" sldId="351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743379650" sldId="351"/>
            <ac:spMk id="2" creationId="{C3F61C82-AE21-672C-7462-A5E402111440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743379650" sldId="351"/>
            <ac:spMk id="4" creationId="{35A56122-B5DB-9476-584C-79DB6AD81415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524899176" sldId="352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524899176" sldId="352"/>
            <ac:spMk id="4" creationId="{28083150-40FB-524A-F247-00472CCAB81C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524899176" sldId="352"/>
            <ac:spMk id="5" creationId="{9FA89152-22B6-0091-65D6-3FD4590C94DC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4257262995" sldId="353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4257262995" sldId="353"/>
            <ac:spMk id="2" creationId="{64FFAB14-CB47-012B-4CEC-5F357B3DC49A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4257262995" sldId="353"/>
            <ac:spMk id="3" creationId="{11457BA8-2A88-3CC3-2BE1-F8EB62F45485}"/>
          </ac:spMkLst>
        </pc:spChg>
        <pc:picChg chg="mod">
          <ac:chgData name="Uwe Ricken" userId="f02567aecbed924b" providerId="LiveId" clId="{E77B627B-1F43-41A9-9F24-D4BB31BF6050}" dt="2025-10-30T13:15:56.414" v="33"/>
          <ac:picMkLst>
            <pc:docMk/>
            <pc:sldMk cId="4257262995" sldId="353"/>
            <ac:picMk id="6" creationId="{85B35874-04DB-9823-9669-87D39EEEFB19}"/>
          </ac:picMkLst>
        </pc:pic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962351292" sldId="354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962351292" sldId="354"/>
            <ac:spMk id="2" creationId="{AB31DF8F-28F7-D17D-3AAB-9D4A927875F9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962351292" sldId="354"/>
            <ac:spMk id="3" creationId="{5C8F06CD-AD14-C7A2-6EF4-9CFDE74DFCE9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443633948" sldId="355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443633948" sldId="355"/>
            <ac:spMk id="5" creationId="{7336BE62-59FD-34DF-657E-584EC96337FD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2471206542" sldId="356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2471206542" sldId="356"/>
            <ac:spMk id="2" creationId="{1ACF8F10-B84C-6951-4C45-C936927915D6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2471206542" sldId="356"/>
            <ac:spMk id="4" creationId="{1E62805F-7A38-2E10-940D-774E2D786B38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2471206542" sldId="356"/>
            <ac:spMk id="8" creationId="{E33CCBC1-62DB-6250-D640-681F470CC8B1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871746749" sldId="357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871746749" sldId="357"/>
            <ac:spMk id="4" creationId="{ADA9E162-33BC-7C64-F9A2-974940F772E6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871746749" sldId="357"/>
            <ac:spMk id="5" creationId="{689B48F3-0D30-D9A3-9590-0A7145158651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653442403" sldId="358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653442403" sldId="358"/>
            <ac:spMk id="2" creationId="{8AA69A64-F380-2EA3-9B68-7E6C99EADCA4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653442403" sldId="358"/>
            <ac:spMk id="3" creationId="{C59D65FC-8224-6726-8165-B71E64887B1C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241859938" sldId="359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241859938" sldId="359"/>
            <ac:spMk id="2" creationId="{1ACF8F10-B84C-6951-4C45-C936927915D6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241859938" sldId="359"/>
            <ac:spMk id="4" creationId="{1E62805F-7A38-2E10-940D-774E2D786B38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241859938" sldId="359"/>
            <ac:spMk id="8" creationId="{E33CCBC1-62DB-6250-D640-681F470CC8B1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49338758" sldId="360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49338758" sldId="360"/>
            <ac:spMk id="2" creationId="{92AB9306-69F0-ED6B-F30A-75602A48C226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49338758" sldId="360"/>
            <ac:spMk id="3" creationId="{9D8EEF71-C647-70C0-C517-459A56FE05E6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302213217" sldId="361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302213217" sldId="361"/>
            <ac:spMk id="2" creationId="{823AE147-9675-72BE-7A1D-87EBDD25BB38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302213217" sldId="361"/>
            <ac:spMk id="4" creationId="{4EBFE694-B43C-1036-E4F6-60423CE36CAD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302213217" sldId="361"/>
            <ac:spMk id="6" creationId="{F3F8CA9D-1575-616F-3AE4-C247EA022D12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00652429" sldId="362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00652429" sldId="362"/>
            <ac:spMk id="5" creationId="{2EB9AA48-DE16-8C46-27C7-CC1ED98FEEDC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00652429" sldId="362"/>
            <ac:spMk id="6" creationId="{1A59CA95-7BC5-5A03-3FAC-E0EE945073F9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2594430820" sldId="363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2594430820" sldId="363"/>
            <ac:spMk id="2" creationId="{3FF76EFF-BE30-C725-F746-D07D1A4460E0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908561497" sldId="364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908561497" sldId="364"/>
            <ac:spMk id="4" creationId="{4F872CDB-1EAE-E762-088F-174E2A601E80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644587536" sldId="365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644587536" sldId="365"/>
            <ac:spMk id="2" creationId="{AD08987C-EF50-9473-76A0-22AF6ECD2337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644587536" sldId="365"/>
            <ac:spMk id="3" creationId="{88F11D62-DA4B-3107-0073-F7115BE7DF82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4271110123" sldId="366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4271110123" sldId="366"/>
            <ac:spMk id="5" creationId="{28EA30BF-2CF7-DC7B-A9B0-DAF09E54A862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4271110123" sldId="366"/>
            <ac:spMk id="6" creationId="{4749EB48-992B-4E26-92DC-76AB8ADE677B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515760421" sldId="367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515760421" sldId="367"/>
            <ac:spMk id="2" creationId="{5EBA95FD-DE36-B0A5-2D15-078301077612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515760421" sldId="367"/>
            <ac:spMk id="3" creationId="{11DD82CA-9BC4-415E-6DD2-695602D5254F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194235068" sldId="368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194235068" sldId="368"/>
            <ac:spMk id="4" creationId="{88B6C6D2-CA7C-96A9-65B1-7FCCC3E0E2B6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194235068" sldId="368"/>
            <ac:spMk id="5" creationId="{AE2FA538-6018-07DA-ABFC-0D64B027755F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791215495" sldId="369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791215495" sldId="369"/>
            <ac:spMk id="2" creationId="{99FFFD9A-B8C7-5D09-3997-377E931A7304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791215495" sldId="369"/>
            <ac:spMk id="4" creationId="{95FF551F-0C2E-EC85-B6BB-1E44EB8FEEAF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845285008" sldId="370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845285008" sldId="370"/>
            <ac:spMk id="2" creationId="{DDF133A8-0E00-E51B-F427-094493ACCC6B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845285008" sldId="370"/>
            <ac:spMk id="3" creationId="{868E6BFF-7B97-D30C-0230-4AF000A32148}"/>
          </ac:spMkLst>
        </pc:spChg>
        <pc:picChg chg="mod">
          <ac:chgData name="Uwe Ricken" userId="f02567aecbed924b" providerId="LiveId" clId="{E77B627B-1F43-41A9-9F24-D4BB31BF6050}" dt="2025-10-30T13:15:56.414" v="33"/>
          <ac:picMkLst>
            <pc:docMk/>
            <pc:sldMk cId="845285008" sldId="370"/>
            <ac:picMk id="6" creationId="{C03D30BE-D5E1-CA4F-010C-44E3E73E4AAE}"/>
          </ac:picMkLst>
        </pc:pic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24401768" sldId="371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24401768" sldId="371"/>
            <ac:spMk id="2" creationId="{C68F946E-8513-9194-200C-E73C7BB38B46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24401768" sldId="371"/>
            <ac:spMk id="3" creationId="{7FD1229D-F81C-BE7D-8166-81E054A86F09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307778200" sldId="372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307778200" sldId="372"/>
            <ac:spMk id="5" creationId="{6384208D-AFE2-2358-A6D7-6F658171A73B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307778200" sldId="372"/>
            <ac:spMk id="6" creationId="{BFDC81CA-CCC1-889C-6621-5FEE171C3DD4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618388199" sldId="373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618388199" sldId="373"/>
            <ac:spMk id="2" creationId="{F953F5B2-E3DB-2102-79AF-ED718A453363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618388199" sldId="373"/>
            <ac:spMk id="3" creationId="{88A25A4A-44B4-A5A7-927D-67E2A22F146D}"/>
          </ac:spMkLst>
        </pc:spChg>
        <pc:picChg chg="mod">
          <ac:chgData name="Uwe Ricken" userId="f02567aecbed924b" providerId="LiveId" clId="{E77B627B-1F43-41A9-9F24-D4BB31BF6050}" dt="2025-10-30T13:15:56.414" v="33"/>
          <ac:picMkLst>
            <pc:docMk/>
            <pc:sldMk cId="3618388199" sldId="373"/>
            <ac:picMk id="6" creationId="{B5EE98F5-3302-8A63-19D2-BD2EE8AFD45D}"/>
          </ac:picMkLst>
        </pc:pic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2685282423" sldId="374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2685282423" sldId="374"/>
            <ac:spMk id="2" creationId="{032C3991-64BD-808D-D4EB-5BE59A829DF8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2685282423" sldId="374"/>
            <ac:spMk id="3" creationId="{121738CC-A59A-7A44-4212-303D5D82548B}"/>
          </ac:spMkLst>
        </pc:spChg>
        <pc:picChg chg="mod">
          <ac:chgData name="Uwe Ricken" userId="f02567aecbed924b" providerId="LiveId" clId="{E77B627B-1F43-41A9-9F24-D4BB31BF6050}" dt="2025-10-30T13:15:56.414" v="33"/>
          <ac:picMkLst>
            <pc:docMk/>
            <pc:sldMk cId="2685282423" sldId="374"/>
            <ac:picMk id="7" creationId="{4CA110E9-541B-45F2-36E2-979C1B882ADC}"/>
          </ac:picMkLst>
        </pc:pic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896721346" sldId="375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896721346" sldId="375"/>
            <ac:spMk id="4" creationId="{C922FD68-91DB-79B5-ECEB-C9629CB96C29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896721346" sldId="375"/>
            <ac:spMk id="5" creationId="{13B71540-8EBC-48E7-ECBC-BAD44C1642D8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2284248756" sldId="376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2284248756" sldId="376"/>
            <ac:spMk id="2" creationId="{43F62C6D-627C-5C7B-C884-7DA344E83D65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2284248756" sldId="376"/>
            <ac:spMk id="3" creationId="{B8D76036-C55F-4F22-4EAD-64C6E0D9E0AF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622975896" sldId="377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622975896" sldId="377"/>
            <ac:spMk id="2" creationId="{A87B6BD0-170B-233E-38E5-1E8B51B4F677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622975896" sldId="377"/>
            <ac:spMk id="3" creationId="{2E9DC908-7F69-C678-D378-0152B8850C6B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148597228" sldId="378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148597228" sldId="378"/>
            <ac:spMk id="2" creationId="{4E60BBC2-F532-B59A-707B-C6F760B14ACE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148597228" sldId="378"/>
            <ac:spMk id="4" creationId="{533686F6-A5AA-B82C-9C68-EF268328DFA6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2575939865" sldId="379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2575939865" sldId="379"/>
            <ac:spMk id="4" creationId="{B16E4EE3-A962-FE89-01B8-149EBA75E15A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2575939865" sldId="379"/>
            <ac:spMk id="5" creationId="{1EA51767-75B2-B674-B5B9-3BED7B145266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156099314" sldId="380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156099314" sldId="380"/>
            <ac:spMk id="2" creationId="{7C3B587C-2144-21BA-6AA5-4E16AE19C6A4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1156099314" sldId="380"/>
            <ac:spMk id="3" creationId="{C164B592-C1CD-F0D0-96C7-811DF3901F91}"/>
          </ac:spMkLst>
        </pc:spChg>
        <pc:picChg chg="mod">
          <ac:chgData name="Uwe Ricken" userId="f02567aecbed924b" providerId="LiveId" clId="{E77B627B-1F43-41A9-9F24-D4BB31BF6050}" dt="2025-10-30T13:15:56.414" v="33"/>
          <ac:picMkLst>
            <pc:docMk/>
            <pc:sldMk cId="1156099314" sldId="380"/>
            <ac:picMk id="6" creationId="{9CFE4CE8-1B75-F0E3-0AAE-EA25B2147E7B}"/>
          </ac:picMkLst>
        </pc:pic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67171445" sldId="381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67171445" sldId="381"/>
            <ac:spMk id="5" creationId="{EA8B5560-B8F7-4E37-61F3-28986FE72E46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2003074078" sldId="382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2003074078" sldId="382"/>
            <ac:spMk id="2" creationId="{7AB7B0E8-0E56-5C31-472F-69650F93CC19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2003074078" sldId="382"/>
            <ac:spMk id="3" creationId="{9DC32869-D52A-6D3D-D1EE-11279636DE12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799856774" sldId="383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799856774" sldId="383"/>
            <ac:spMk id="2" creationId="{EA80FF80-3F3A-E4D1-D7C9-9F57E427EB3F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799856774" sldId="383"/>
            <ac:spMk id="4" creationId="{1436FC44-EAAA-0025-CE06-0EFA9701839D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799856774" sldId="383"/>
            <ac:spMk id="8" creationId="{E75137C9-88A3-0A7D-13CB-EF8A299EACEC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67371729" sldId="384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67371729" sldId="384"/>
            <ac:spMk id="4" creationId="{B79AF0E1-DECA-8D1E-D597-B28D74A2B66C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67371729" sldId="384"/>
            <ac:spMk id="5" creationId="{B44DA691-F949-AD8F-2991-9B4E0309EDFB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784247027" sldId="385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784247027" sldId="385"/>
            <ac:spMk id="2" creationId="{8AE804EB-0B5F-C3A2-B83C-89DE8E3DF8C9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784247027" sldId="385"/>
            <ac:spMk id="3" creationId="{F3F1F20B-142A-B813-F615-AC1860C9043A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574118892" sldId="386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574118892" sldId="386"/>
            <ac:spMk id="2" creationId="{7772990E-D072-6E66-42F0-AC5796189C99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574118892" sldId="386"/>
            <ac:spMk id="4" creationId="{BF43101D-9209-0A9A-EA14-6723C5AC17E8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574118892" sldId="386"/>
            <ac:spMk id="8" creationId="{F0A65CA4-CDF5-A613-49F7-42CE3206F502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197504835" sldId="387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197504835" sldId="387"/>
            <ac:spMk id="2" creationId="{9BBDF256-CDD1-1B1C-1B64-A3E95A6822AB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3891852174" sldId="388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3891852174" sldId="388"/>
            <ac:spMk id="4" creationId="{6B9EC098-F5FA-5FFD-BEB9-6DD20A2F5715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3891852174" sldId="388"/>
            <ac:spMk id="5" creationId="{BFA39534-FBA4-0E59-40BD-47079A6B5866}"/>
          </ac:spMkLst>
        </pc:sp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2903032208" sldId="389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2903032208" sldId="389"/>
            <ac:spMk id="2" creationId="{DB1828B6-3939-99CA-2F44-2AEEE9A30733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2903032208" sldId="389"/>
            <ac:spMk id="3" creationId="{EBC3E07B-61DF-F752-9D8D-5CAC0C512635}"/>
          </ac:spMkLst>
        </pc:spChg>
        <pc:picChg chg="mod">
          <ac:chgData name="Uwe Ricken" userId="f02567aecbed924b" providerId="LiveId" clId="{E77B627B-1F43-41A9-9F24-D4BB31BF6050}" dt="2025-10-30T13:15:56.414" v="33"/>
          <ac:picMkLst>
            <pc:docMk/>
            <pc:sldMk cId="2903032208" sldId="389"/>
            <ac:picMk id="9" creationId="{44A8B1D8-8824-2686-9778-7AA1E8AE5B65}"/>
          </ac:picMkLst>
        </pc:picChg>
      </pc:sldChg>
      <pc:sldChg chg="modSp del">
        <pc:chgData name="Uwe Ricken" userId="f02567aecbed924b" providerId="LiveId" clId="{E77B627B-1F43-41A9-9F24-D4BB31BF6050}" dt="2025-10-30T13:16:14.096" v="35" actId="47"/>
        <pc:sldMkLst>
          <pc:docMk/>
          <pc:sldMk cId="920153184" sldId="390"/>
        </pc:sldMkLst>
        <pc:spChg chg="mod">
          <ac:chgData name="Uwe Ricken" userId="f02567aecbed924b" providerId="LiveId" clId="{E77B627B-1F43-41A9-9F24-D4BB31BF6050}" dt="2025-10-30T13:15:56.414" v="33"/>
          <ac:spMkLst>
            <pc:docMk/>
            <pc:sldMk cId="920153184" sldId="390"/>
            <ac:spMk id="2" creationId="{41562D85-22CE-8C9A-112E-465FF303DA08}"/>
          </ac:spMkLst>
        </pc:spChg>
        <pc:spChg chg="mod">
          <ac:chgData name="Uwe Ricken" userId="f02567aecbed924b" providerId="LiveId" clId="{E77B627B-1F43-41A9-9F24-D4BB31BF6050}" dt="2025-10-30T13:15:56.414" v="33"/>
          <ac:spMkLst>
            <pc:docMk/>
            <pc:sldMk cId="920153184" sldId="390"/>
            <ac:spMk id="3" creationId="{C03F04A0-E173-0D1F-03D7-387856EB6250}"/>
          </ac:spMkLst>
        </pc:spChg>
        <pc:picChg chg="mod">
          <ac:chgData name="Uwe Ricken" userId="f02567aecbed924b" providerId="LiveId" clId="{E77B627B-1F43-41A9-9F24-D4BB31BF6050}" dt="2025-10-30T13:15:56.414" v="33"/>
          <ac:picMkLst>
            <pc:docMk/>
            <pc:sldMk cId="920153184" sldId="390"/>
            <ac:picMk id="6" creationId="{35C0CDBC-A16E-660C-F67A-BD4D5ACA58E8}"/>
          </ac:picMkLst>
        </pc:picChg>
      </pc:sldChg>
      <pc:sldMasterChg chg="delSldLayout">
        <pc:chgData name="Uwe Ricken" userId="f02567aecbed924b" providerId="LiveId" clId="{E77B627B-1F43-41A9-9F24-D4BB31BF6050}" dt="2025-10-30T13:16:14.096" v="35" actId="47"/>
        <pc:sldMasterMkLst>
          <pc:docMk/>
          <pc:sldMasterMk cId="206242158" sldId="2147483681"/>
        </pc:sldMasterMkLst>
        <pc:sldLayoutChg chg="del">
          <pc:chgData name="Uwe Ricken" userId="f02567aecbed924b" providerId="LiveId" clId="{E77B627B-1F43-41A9-9F24-D4BB31BF6050}" dt="2025-10-30T13:16:14.096" v="35" actId="47"/>
          <pc:sldLayoutMkLst>
            <pc:docMk/>
            <pc:sldMasterMk cId="206242158" sldId="2147483681"/>
            <pc:sldLayoutMk cId="2565850908" sldId="2147483687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63C78-F46A-42B2-BCDE-B4D920D39058}" type="datetimeFigureOut">
              <a:rPr lang="de-DE" smtClean="0"/>
              <a:t>30.10.2025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D5F965-EADC-41B6-9D17-C184A12BE1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449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F3F98B-DCFC-47FF-B222-63D8297F3274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41658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44245" y="1665289"/>
            <a:ext cx="11510683" cy="1763712"/>
          </a:xfrm>
        </p:spPr>
        <p:txBody>
          <a:bodyPr anchor="b">
            <a:normAutofit/>
          </a:bodyPr>
          <a:lstStyle>
            <a:lvl1pPr algn="ctr">
              <a:defRPr sz="40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44245" y="3602042"/>
            <a:ext cx="11510683" cy="201195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67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de-DE" noProof="0"/>
              <a:t>Master-Untertitelformat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6865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2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4" y="441325"/>
            <a:ext cx="9037636" cy="1116014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964" y="1665288"/>
            <a:ext cx="11522075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8462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5"/>
            <a:ext cx="9037635" cy="111601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4" y="1665288"/>
            <a:ext cx="5581743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71708" y="1665290"/>
            <a:ext cx="5585331" cy="4571999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24330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5"/>
            <a:ext cx="8640761" cy="111601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75614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b Berater - Coding Ex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8065" y="1678741"/>
            <a:ext cx="6488975" cy="455854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latin typeface="Lucida Console" panose="020B0609040504020204" pitchFamily="49" charset="0"/>
              </a:defRPr>
            </a:lvl1pPr>
            <a:lvl2pPr marL="457166" indent="0">
              <a:buNone/>
              <a:defRPr sz="1600">
                <a:latin typeface="Lucida Console" panose="020B0609040504020204" pitchFamily="49" charset="0"/>
              </a:defRPr>
            </a:lvl2pPr>
            <a:lvl3pPr marL="914330" indent="0">
              <a:buNone/>
              <a:defRPr sz="1600">
                <a:latin typeface="Lucida Console" panose="020B0609040504020204" pitchFamily="49" charset="0"/>
              </a:defRPr>
            </a:lvl3pPr>
            <a:lvl4pPr marL="1371496" indent="0">
              <a:buNone/>
              <a:defRPr sz="1600">
                <a:latin typeface="Lucida Console" panose="020B0609040504020204" pitchFamily="49" charset="0"/>
              </a:defRPr>
            </a:lvl4pPr>
            <a:lvl5pPr marL="1828664" indent="0">
              <a:buNone/>
              <a:defRPr sz="1600">
                <a:latin typeface="Lucida Console" panose="020B0609040504020204" pitchFamily="49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34964" y="1678741"/>
            <a:ext cx="5033101" cy="4558548"/>
          </a:xfrm>
        </p:spPr>
        <p:txBody>
          <a:bodyPr/>
          <a:lstStyle>
            <a:lvl1pPr marL="228594" indent="-228594">
              <a:buFont typeface="Arial" panose="020B0604020202020204" pitchFamily="34" charset="0"/>
              <a:buChar char="•"/>
              <a:defRPr sz="1600"/>
            </a:lvl1pPr>
            <a:lvl2pPr marL="457155" indent="0">
              <a:buNone/>
              <a:defRPr sz="1467"/>
            </a:lvl2pPr>
            <a:lvl3pPr marL="914309" indent="0">
              <a:buNone/>
              <a:defRPr sz="1200"/>
            </a:lvl3pPr>
            <a:lvl4pPr marL="1371464" indent="0">
              <a:buNone/>
              <a:defRPr sz="1067"/>
            </a:lvl4pPr>
            <a:lvl5pPr marL="1828618" indent="0">
              <a:buNone/>
              <a:defRPr sz="1067"/>
            </a:lvl5pPr>
            <a:lvl6pPr marL="2285774" indent="0">
              <a:buNone/>
              <a:defRPr sz="1067"/>
            </a:lvl6pPr>
            <a:lvl7pPr marL="2742926" indent="0">
              <a:buNone/>
              <a:defRPr sz="1067"/>
            </a:lvl7pPr>
            <a:lvl8pPr marL="3200080" indent="0">
              <a:buNone/>
              <a:defRPr sz="1067"/>
            </a:lvl8pPr>
            <a:lvl9pPr marL="3657235" indent="0">
              <a:buNone/>
              <a:defRPr sz="1067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12C8F18-4741-03DA-3F19-FC0858FB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2" y="441325"/>
            <a:ext cx="9037637" cy="111601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150195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5361" y="449032"/>
            <a:ext cx="9037240" cy="1108306"/>
          </a:xfrm>
          <a:prstGeom prst="rect">
            <a:avLst/>
          </a:prstGeom>
        </p:spPr>
        <p:txBody>
          <a:bodyPr anchor="ctr"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2011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76213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44245" y="1665289"/>
            <a:ext cx="11510683" cy="1763712"/>
          </a:xfrm>
        </p:spPr>
        <p:txBody>
          <a:bodyPr anchor="b">
            <a:normAutofit/>
          </a:bodyPr>
          <a:lstStyle>
            <a:lvl1pPr algn="ctr">
              <a:defRPr sz="40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44245" y="3602044"/>
            <a:ext cx="11510683" cy="201195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43" indent="0" algn="ctr">
              <a:buNone/>
              <a:defRPr sz="2000"/>
            </a:lvl2pPr>
            <a:lvl3pPr marL="914286" indent="0" algn="ctr">
              <a:buNone/>
              <a:defRPr sz="1867"/>
            </a:lvl3pPr>
            <a:lvl4pPr marL="1371430" indent="0" algn="ctr">
              <a:buNone/>
              <a:defRPr sz="1600"/>
            </a:lvl4pPr>
            <a:lvl5pPr marL="1828573" indent="0" algn="ctr">
              <a:buNone/>
              <a:defRPr sz="1600"/>
            </a:lvl5pPr>
            <a:lvl6pPr marL="2285718" indent="0" algn="ctr">
              <a:buNone/>
              <a:defRPr sz="1600"/>
            </a:lvl6pPr>
            <a:lvl7pPr marL="2742858" indent="0" algn="ctr">
              <a:buNone/>
              <a:defRPr sz="1600"/>
            </a:lvl7pPr>
            <a:lvl8pPr marL="3200000" indent="0" algn="ctr">
              <a:buNone/>
              <a:defRPr sz="1600"/>
            </a:lvl8pPr>
            <a:lvl9pPr marL="3657143" indent="0" algn="ctr">
              <a:buNone/>
              <a:defRPr sz="1600"/>
            </a:lvl9pPr>
          </a:lstStyle>
          <a:p>
            <a:r>
              <a:rPr lang="de-DE" noProof="0"/>
              <a:t>Master-Untertitelformat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80815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80">
          <p15:clr>
            <a:srgbClr val="FBAE40"/>
          </p15:clr>
        </p15:guide>
        <p15:guide id="5" orient="horz" pos="232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6" cy="1116016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963" y="1665288"/>
            <a:ext cx="11522077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32396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5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6" y="1665288"/>
            <a:ext cx="5581743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71709" y="1665291"/>
            <a:ext cx="5585331" cy="4571999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369441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6" y="441326"/>
            <a:ext cx="8640761" cy="111601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66472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b Berater - Coding Ex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8066" y="1678742"/>
            <a:ext cx="6488975" cy="455854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latin typeface="Lucida Console" panose="020B0609040504020204" pitchFamily="49" charset="0"/>
              </a:defRPr>
            </a:lvl1pPr>
            <a:lvl2pPr marL="457155" indent="0">
              <a:buNone/>
              <a:defRPr sz="1600">
                <a:latin typeface="Lucida Console" panose="020B0609040504020204" pitchFamily="49" charset="0"/>
              </a:defRPr>
            </a:lvl2pPr>
            <a:lvl3pPr marL="914308" indent="0">
              <a:buNone/>
              <a:defRPr sz="1600">
                <a:latin typeface="Lucida Console" panose="020B0609040504020204" pitchFamily="49" charset="0"/>
              </a:defRPr>
            </a:lvl3pPr>
            <a:lvl4pPr marL="1371462" indent="0">
              <a:buNone/>
              <a:defRPr sz="1600">
                <a:latin typeface="Lucida Console" panose="020B0609040504020204" pitchFamily="49" charset="0"/>
              </a:defRPr>
            </a:lvl4pPr>
            <a:lvl5pPr marL="1828618" indent="0">
              <a:buNone/>
              <a:defRPr sz="1600">
                <a:latin typeface="Lucida Console" panose="020B0609040504020204" pitchFamily="49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34964" y="1678742"/>
            <a:ext cx="5033101" cy="4558548"/>
          </a:xfrm>
        </p:spPr>
        <p:txBody>
          <a:bodyPr/>
          <a:lstStyle>
            <a:lvl1pPr marL="228589" indent="-228589">
              <a:buFont typeface="Arial" panose="020B0604020202020204" pitchFamily="34" charset="0"/>
              <a:buChar char="•"/>
              <a:defRPr sz="1600"/>
            </a:lvl1pPr>
            <a:lvl2pPr marL="457143" indent="0">
              <a:buNone/>
              <a:defRPr sz="1467"/>
            </a:lvl2pPr>
            <a:lvl3pPr marL="914286" indent="0">
              <a:buNone/>
              <a:defRPr sz="1200"/>
            </a:lvl3pPr>
            <a:lvl4pPr marL="1371430" indent="0">
              <a:buNone/>
              <a:defRPr sz="1067"/>
            </a:lvl4pPr>
            <a:lvl5pPr marL="1828573" indent="0">
              <a:buNone/>
              <a:defRPr sz="1067"/>
            </a:lvl5pPr>
            <a:lvl6pPr marL="2285718" indent="0">
              <a:buNone/>
              <a:defRPr sz="1067"/>
            </a:lvl6pPr>
            <a:lvl7pPr marL="2742858" indent="0">
              <a:buNone/>
              <a:defRPr sz="1067"/>
            </a:lvl7pPr>
            <a:lvl8pPr marL="3200000" indent="0">
              <a:buNone/>
              <a:defRPr sz="1067"/>
            </a:lvl8pPr>
            <a:lvl9pPr marL="3657143" indent="0">
              <a:buNone/>
              <a:defRPr sz="1067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12C8F18-4741-03DA-3F19-FC0858FB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1326"/>
            <a:ext cx="9037637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966219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54726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44245" y="1665289"/>
            <a:ext cx="11510683" cy="1763712"/>
          </a:xfrm>
        </p:spPr>
        <p:txBody>
          <a:bodyPr anchor="b">
            <a:normAutofit/>
          </a:bodyPr>
          <a:lstStyle>
            <a:lvl1pPr algn="ctr">
              <a:defRPr sz="40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44245" y="3602044"/>
            <a:ext cx="11510683" cy="201195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43" indent="0" algn="ctr">
              <a:buNone/>
              <a:defRPr sz="2000"/>
            </a:lvl2pPr>
            <a:lvl3pPr marL="914286" indent="0" algn="ctr">
              <a:buNone/>
              <a:defRPr sz="1867"/>
            </a:lvl3pPr>
            <a:lvl4pPr marL="1371430" indent="0" algn="ctr">
              <a:buNone/>
              <a:defRPr sz="1600"/>
            </a:lvl4pPr>
            <a:lvl5pPr marL="1828573" indent="0" algn="ctr">
              <a:buNone/>
              <a:defRPr sz="1600"/>
            </a:lvl5pPr>
            <a:lvl6pPr marL="2285718" indent="0" algn="ctr">
              <a:buNone/>
              <a:defRPr sz="1600"/>
            </a:lvl6pPr>
            <a:lvl7pPr marL="2742858" indent="0" algn="ctr">
              <a:buNone/>
              <a:defRPr sz="1600"/>
            </a:lvl7pPr>
            <a:lvl8pPr marL="3200000" indent="0" algn="ctr">
              <a:buNone/>
              <a:defRPr sz="1600"/>
            </a:lvl8pPr>
            <a:lvl9pPr marL="3657143" indent="0" algn="ctr">
              <a:buNone/>
              <a:defRPr sz="1600"/>
            </a:lvl9pPr>
          </a:lstStyle>
          <a:p>
            <a:r>
              <a:rPr lang="de-DE" noProof="0"/>
              <a:t>Master-Untertitelformat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3285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2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6" cy="1116015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965" y="1665288"/>
            <a:ext cx="11522075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4219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5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6" y="1665288"/>
            <a:ext cx="5581743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71709" y="1665291"/>
            <a:ext cx="5585331" cy="4571999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45150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6" y="441326"/>
            <a:ext cx="8640761" cy="111601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62729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b Berater - Coding Ex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8066" y="1678742"/>
            <a:ext cx="6488975" cy="455854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latin typeface="Lucida Console" panose="020B0609040504020204" pitchFamily="49" charset="0"/>
              </a:defRPr>
            </a:lvl1pPr>
            <a:lvl2pPr marL="457155" indent="0">
              <a:buNone/>
              <a:defRPr sz="1600">
                <a:latin typeface="Lucida Console" panose="020B0609040504020204" pitchFamily="49" charset="0"/>
              </a:defRPr>
            </a:lvl2pPr>
            <a:lvl3pPr marL="914308" indent="0">
              <a:buNone/>
              <a:defRPr sz="1600">
                <a:latin typeface="Lucida Console" panose="020B0609040504020204" pitchFamily="49" charset="0"/>
              </a:defRPr>
            </a:lvl3pPr>
            <a:lvl4pPr marL="1371462" indent="0">
              <a:buNone/>
              <a:defRPr sz="1600">
                <a:latin typeface="Lucida Console" panose="020B0609040504020204" pitchFamily="49" charset="0"/>
              </a:defRPr>
            </a:lvl4pPr>
            <a:lvl5pPr marL="1828618" indent="0">
              <a:buNone/>
              <a:defRPr sz="1600">
                <a:latin typeface="Lucida Console" panose="020B0609040504020204" pitchFamily="49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34964" y="1678742"/>
            <a:ext cx="5033101" cy="4558548"/>
          </a:xfrm>
        </p:spPr>
        <p:txBody>
          <a:bodyPr/>
          <a:lstStyle>
            <a:lvl1pPr marL="228589" indent="-228589">
              <a:buFont typeface="Arial" panose="020B0604020202020204" pitchFamily="34" charset="0"/>
              <a:buChar char="•"/>
              <a:defRPr sz="1600"/>
            </a:lvl1pPr>
            <a:lvl2pPr marL="457143" indent="0">
              <a:buNone/>
              <a:defRPr sz="1467"/>
            </a:lvl2pPr>
            <a:lvl3pPr marL="914286" indent="0">
              <a:buNone/>
              <a:defRPr sz="1200"/>
            </a:lvl3pPr>
            <a:lvl4pPr marL="1371430" indent="0">
              <a:buNone/>
              <a:defRPr sz="1067"/>
            </a:lvl4pPr>
            <a:lvl5pPr marL="1828573" indent="0">
              <a:buNone/>
              <a:defRPr sz="1067"/>
            </a:lvl5pPr>
            <a:lvl6pPr marL="2285718" indent="0">
              <a:buNone/>
              <a:defRPr sz="1067"/>
            </a:lvl6pPr>
            <a:lvl7pPr marL="2742858" indent="0">
              <a:buNone/>
              <a:defRPr sz="1067"/>
            </a:lvl7pPr>
            <a:lvl8pPr marL="3200000" indent="0">
              <a:buNone/>
              <a:defRPr sz="1067"/>
            </a:lvl8pPr>
            <a:lvl9pPr marL="3657143" indent="0">
              <a:buNone/>
              <a:defRPr sz="1067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12C8F18-4741-03DA-3F19-FC0858FB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1326"/>
            <a:ext cx="9037637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69163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5361" y="449032"/>
            <a:ext cx="9037240" cy="1108307"/>
          </a:xfrm>
          <a:prstGeom prst="rect">
            <a:avLst/>
          </a:prstGeom>
        </p:spPr>
        <p:txBody>
          <a:bodyPr anchor="ctr"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2012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565907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409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hyperlink" Target="http://www.db-berater.de/" TargetMode="Externa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hyperlink" Target="http://www.db-berater.de/" TargetMode="External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Relationship Id="rId9" Type="http://schemas.openxmlformats.org/officeDocument/2006/relationships/hyperlink" Target="http://www.db-berater.de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54107" y="450850"/>
            <a:ext cx="9018492" cy="1102353"/>
          </a:xfrm>
          <a:prstGeom prst="rect">
            <a:avLst/>
          </a:prstGeom>
        </p:spPr>
        <p:txBody>
          <a:bodyPr vert="horz" lIns="68579" tIns="34289" rIns="68579" bIns="34289" rtlCol="0" anchor="ctr">
            <a:normAutofit/>
          </a:bodyPr>
          <a:lstStyle/>
          <a:p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54106" y="1665288"/>
            <a:ext cx="11490063" cy="4571999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9372600" y="450848"/>
            <a:ext cx="2471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0" dirty="0">
                <a:solidFill>
                  <a:schemeClr val="accent1"/>
                </a:solidFill>
                <a:latin typeface="Calibri" panose="020F0502020204030204" pitchFamily="34" charset="0"/>
              </a:rPr>
              <a:t>db </a:t>
            </a:r>
            <a:r>
              <a:rPr lang="en-US" sz="2400" b="1" noProof="0" dirty="0">
                <a:latin typeface="Calibri" panose="020F0502020204030204" pitchFamily="34" charset="0"/>
              </a:rPr>
              <a:t>Berater GmbH</a:t>
            </a:r>
          </a:p>
          <a:p>
            <a:pPr algn="r"/>
            <a:r>
              <a:rPr lang="en-US" sz="1000" b="1" noProof="0" dirty="0" err="1"/>
              <a:t>Planung</a:t>
            </a:r>
            <a:r>
              <a:rPr lang="en-US" sz="1000" b="1" noProof="0" dirty="0"/>
              <a:t> – Installation</a:t>
            </a:r>
            <a:r>
              <a:rPr lang="en-US" sz="1000" b="1" baseline="0" noProof="0" dirty="0"/>
              <a:t> – </a:t>
            </a:r>
            <a:r>
              <a:rPr lang="en-US" sz="1000" b="1" baseline="0" noProof="0" dirty="0" err="1"/>
              <a:t>Optimierung</a:t>
            </a:r>
            <a:br>
              <a:rPr lang="en-US" sz="1000" b="1" baseline="0" noProof="0" dirty="0"/>
            </a:br>
            <a:br>
              <a:rPr lang="en-US" sz="1000" b="1" baseline="0" noProof="0" dirty="0"/>
            </a:br>
            <a:endParaRPr lang="en-US" sz="1000" b="1" noProof="0" dirty="0"/>
          </a:p>
          <a:p>
            <a:pPr algn="r"/>
            <a:r>
              <a:rPr lang="en-US" sz="1000" b="1" noProof="0" dirty="0">
                <a:hlinkClick r:id="rId8"/>
              </a:rPr>
              <a:t>http://www.db-berater.de</a:t>
            </a:r>
            <a:endParaRPr lang="en-US" sz="1000" b="1" noProof="0" dirty="0"/>
          </a:p>
          <a:p>
            <a:pPr algn="r"/>
            <a:r>
              <a:rPr lang="en-US" sz="1000" b="1" noProof="0" dirty="0"/>
              <a:t>info@db-berater.de</a:t>
            </a:r>
          </a:p>
        </p:txBody>
      </p:sp>
      <p:cxnSp>
        <p:nvCxnSpPr>
          <p:cNvPr id="6" name="Gerader Verbinder 5"/>
          <p:cNvCxnSpPr/>
          <p:nvPr/>
        </p:nvCxnSpPr>
        <p:spPr>
          <a:xfrm>
            <a:off x="354106" y="6303981"/>
            <a:ext cx="11490063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/>
          <p:cNvSpPr txBox="1"/>
          <p:nvPr/>
        </p:nvSpPr>
        <p:spPr>
          <a:xfrm>
            <a:off x="354106" y="6390043"/>
            <a:ext cx="21416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>
                <a:solidFill>
                  <a:schemeClr val="accent1"/>
                </a:solidFill>
              </a:rPr>
              <a:t>Author: </a:t>
            </a:r>
            <a:r>
              <a:rPr lang="en-US" sz="1200" b="1" noProof="0" dirty="0"/>
              <a:t>Uwe Ricken</a:t>
            </a:r>
          </a:p>
        </p:txBody>
      </p:sp>
      <p:sp>
        <p:nvSpPr>
          <p:cNvPr id="8" name="Textfeld 7"/>
          <p:cNvSpPr txBox="1"/>
          <p:nvPr/>
        </p:nvSpPr>
        <p:spPr>
          <a:xfrm>
            <a:off x="8971879" y="6390043"/>
            <a:ext cx="28722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noProof="0" dirty="0">
                <a:solidFill>
                  <a:schemeClr val="accent1"/>
                </a:solidFill>
              </a:rPr>
              <a:t>© </a:t>
            </a:r>
            <a:r>
              <a:rPr lang="en-US" sz="1200" b="1" noProof="0" dirty="0"/>
              <a:t>db</a:t>
            </a:r>
            <a:r>
              <a:rPr lang="en-US" sz="1200" b="1" baseline="0" noProof="0" dirty="0"/>
              <a:t> Berater GmbH (2025)</a:t>
            </a:r>
            <a:endParaRPr lang="en-US" sz="1200" b="1" noProof="0" dirty="0"/>
          </a:p>
        </p:txBody>
      </p:sp>
    </p:spTree>
    <p:extLst>
      <p:ext uri="{BB962C8B-B14F-4D97-AF65-F5344CB8AC3E}">
        <p14:creationId xmlns:p14="http://schemas.microsoft.com/office/powerpoint/2010/main" val="162783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5B9BD5"/>
          </a:solidFill>
          <a:latin typeface="+mj-lt"/>
          <a:ea typeface="+mj-ea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78">
          <p15:clr>
            <a:srgbClr val="F26B43"/>
          </p15:clr>
        </p15:guide>
        <p15:guide id="2" pos="3840">
          <p15:clr>
            <a:srgbClr val="F26B43"/>
          </p15:clr>
        </p15:guide>
        <p15:guide id="4" orient="horz" pos="1049">
          <p15:clr>
            <a:srgbClr val="F26B43"/>
          </p15:clr>
        </p15:guide>
        <p15:guide id="5" orient="horz" pos="3929">
          <p15:clr>
            <a:srgbClr val="F26B43"/>
          </p15:clr>
        </p15:guide>
        <p15:guide id="7" pos="7469">
          <p15:clr>
            <a:srgbClr val="F26B43"/>
          </p15:clr>
        </p15:guide>
        <p15:guide id="8" pos="5904">
          <p15:clr>
            <a:srgbClr val="F26B43"/>
          </p15:clr>
        </p15:guide>
        <p15:guide id="9" orient="horz" pos="210" userDrawn="1">
          <p15:clr>
            <a:srgbClr val="F26B43"/>
          </p15:clr>
        </p15:guide>
        <p15:guide id="10" pos="211" userDrawn="1">
          <p15:clr>
            <a:srgbClr val="F26B43"/>
          </p15:clr>
        </p15:guide>
        <p15:guide id="11" pos="5654" userDrawn="1">
          <p15:clr>
            <a:srgbClr val="F26B43"/>
          </p15:clr>
        </p15:guide>
        <p15:guide id="12" orient="horz" pos="981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54107" y="450852"/>
            <a:ext cx="9018492" cy="1102353"/>
          </a:xfrm>
          <a:prstGeom prst="rect">
            <a:avLst/>
          </a:prstGeom>
        </p:spPr>
        <p:txBody>
          <a:bodyPr vert="horz" lIns="68579" tIns="34289" rIns="68579" bIns="34289" rtlCol="0" anchor="ctr">
            <a:normAutofit/>
          </a:bodyPr>
          <a:lstStyle/>
          <a:p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54107" y="1665290"/>
            <a:ext cx="11490063" cy="4571999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9372600" y="450848"/>
            <a:ext cx="2471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0" dirty="0">
                <a:solidFill>
                  <a:schemeClr val="accent1"/>
                </a:solidFill>
                <a:latin typeface="Calibri" panose="020F0502020204030204" pitchFamily="34" charset="0"/>
              </a:rPr>
              <a:t>db </a:t>
            </a:r>
            <a:r>
              <a:rPr lang="en-US" sz="2400" b="1" noProof="0" dirty="0">
                <a:latin typeface="Calibri" panose="020F0502020204030204" pitchFamily="34" charset="0"/>
              </a:rPr>
              <a:t>Berater GmbH</a:t>
            </a:r>
          </a:p>
          <a:p>
            <a:pPr algn="r"/>
            <a:r>
              <a:rPr lang="en-US" sz="1000" b="1" noProof="0" dirty="0"/>
              <a:t>Planung – Installation</a:t>
            </a:r>
            <a:r>
              <a:rPr lang="en-US" sz="1000" b="1" baseline="0" noProof="0" dirty="0"/>
              <a:t> – Optimierung</a:t>
            </a:r>
            <a:br>
              <a:rPr lang="en-US" sz="1000" b="1" baseline="0" noProof="0" dirty="0"/>
            </a:br>
            <a:br>
              <a:rPr lang="en-US" sz="1000" b="1" baseline="0" noProof="0" dirty="0"/>
            </a:br>
            <a:endParaRPr lang="en-US" sz="1000" b="1" noProof="0" dirty="0"/>
          </a:p>
          <a:p>
            <a:pPr algn="r"/>
            <a:r>
              <a:rPr lang="en-US" sz="1000" b="1" noProof="0" dirty="0">
                <a:hlinkClick r:id="rId8"/>
              </a:rPr>
              <a:t>http://www.db-berater.de</a:t>
            </a:r>
            <a:endParaRPr lang="en-US" sz="1000" b="1" noProof="0" dirty="0"/>
          </a:p>
          <a:p>
            <a:pPr algn="r"/>
            <a:r>
              <a:rPr lang="en-US" sz="1000" b="1" noProof="0" dirty="0"/>
              <a:t>info@db-berater.de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E3090C9-CD56-60CA-9231-B8662A341995}"/>
              </a:ext>
            </a:extLst>
          </p:cNvPr>
          <p:cNvSpPr/>
          <p:nvPr/>
        </p:nvSpPr>
        <p:spPr>
          <a:xfrm>
            <a:off x="0" y="6309320"/>
            <a:ext cx="12192000" cy="54868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noProof="0" dirty="0"/>
          </a:p>
        </p:txBody>
      </p:sp>
      <p:sp>
        <p:nvSpPr>
          <p:cNvPr id="8" name="Textfeld 7"/>
          <p:cNvSpPr txBox="1"/>
          <p:nvPr/>
        </p:nvSpPr>
        <p:spPr>
          <a:xfrm>
            <a:off x="9648395" y="6429773"/>
            <a:ext cx="2296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noProof="0" dirty="0">
                <a:solidFill>
                  <a:schemeClr val="bg1"/>
                </a:solidFill>
              </a:rPr>
              <a:t>© db</a:t>
            </a:r>
            <a:r>
              <a:rPr lang="en-US" sz="1200" b="1" baseline="0" noProof="0" dirty="0">
                <a:solidFill>
                  <a:schemeClr val="bg1"/>
                </a:solidFill>
              </a:rPr>
              <a:t> Berater GmbH (</a:t>
            </a:r>
            <a:fld id="{918F7804-3F46-47BC-B8F6-F601438D5C89}" type="datetimeyyyy">
              <a:rPr lang="en-US" sz="1200" b="1" baseline="0" noProof="0" smtClean="0">
                <a:solidFill>
                  <a:schemeClr val="bg1"/>
                </a:solidFill>
              </a:rPr>
              <a:t>2025</a:t>
            </a:fld>
            <a:r>
              <a:rPr lang="en-US" sz="1200" b="1" baseline="0" noProof="0" dirty="0">
                <a:solidFill>
                  <a:schemeClr val="bg1"/>
                </a:solidFill>
              </a:rPr>
              <a:t>)</a:t>
            </a:r>
            <a:endParaRPr lang="en-US" sz="1200" b="1" noProof="0" dirty="0">
              <a:solidFill>
                <a:schemeClr val="bg1"/>
              </a:solidFill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290584" y="6429773"/>
            <a:ext cx="48453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>
                <a:solidFill>
                  <a:schemeClr val="bg2"/>
                </a:solidFill>
              </a:rPr>
              <a:t>Author</a:t>
            </a:r>
            <a:r>
              <a:rPr lang="en-US" sz="1200" b="1" noProof="0" dirty="0">
                <a:solidFill>
                  <a:schemeClr val="bg1"/>
                </a:solidFill>
              </a:rPr>
              <a:t>: Uwe Ricken (Data Platform MVP / MCM)</a:t>
            </a:r>
          </a:p>
        </p:txBody>
      </p:sp>
    </p:spTree>
    <p:extLst>
      <p:ext uri="{BB962C8B-B14F-4D97-AF65-F5344CB8AC3E}">
        <p14:creationId xmlns:p14="http://schemas.microsoft.com/office/powerpoint/2010/main" val="206242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8" r:id="rId6"/>
  </p:sldLayoutIdLst>
  <p:txStyles>
    <p:titleStyle>
      <a:lvl1pPr algn="l" defTabSz="914309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5B9BD5"/>
          </a:solidFill>
          <a:latin typeface="+mj-lt"/>
          <a:ea typeface="+mj-ea"/>
          <a:cs typeface="+mj-cs"/>
        </a:defRPr>
      </a:lvl1pPr>
    </p:titleStyle>
    <p:bodyStyle>
      <a:lvl1pPr marL="228578" indent="-228578" algn="l" defTabSz="9143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8573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5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8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5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8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 orient="horz" pos="278">
          <p15:clr>
            <a:srgbClr val="F26B43"/>
          </p15:clr>
        </p15:guide>
        <p15:guide id="6" orient="horz" pos="210" userDrawn="1">
          <p15:clr>
            <a:srgbClr val="F26B43"/>
          </p15:clr>
        </p15:guide>
        <p15:guide id="7" pos="211" userDrawn="1">
          <p15:clr>
            <a:srgbClr val="F26B43"/>
          </p15:clr>
        </p15:guide>
        <p15:guide id="8" pos="5654" userDrawn="1">
          <p15:clr>
            <a:srgbClr val="F26B43"/>
          </p15:clr>
        </p15:guide>
        <p15:guide id="9" orient="horz" pos="981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54107" y="450852"/>
            <a:ext cx="9018492" cy="1102353"/>
          </a:xfrm>
          <a:prstGeom prst="rect">
            <a:avLst/>
          </a:prstGeom>
        </p:spPr>
        <p:txBody>
          <a:bodyPr vert="horz" lIns="68579" tIns="34289" rIns="68579" bIns="34289" rtlCol="0" anchor="ctr">
            <a:normAutofit/>
          </a:bodyPr>
          <a:lstStyle/>
          <a:p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54107" y="1665290"/>
            <a:ext cx="11490063" cy="4571999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9372600" y="450848"/>
            <a:ext cx="2471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0" dirty="0">
                <a:solidFill>
                  <a:schemeClr val="accent1"/>
                </a:solidFill>
                <a:latin typeface="Calibri" panose="020F0502020204030204" pitchFamily="34" charset="0"/>
              </a:rPr>
              <a:t>db </a:t>
            </a:r>
            <a:r>
              <a:rPr lang="en-US" sz="2400" b="1" noProof="0" dirty="0">
                <a:latin typeface="Calibri" panose="020F0502020204030204" pitchFamily="34" charset="0"/>
              </a:rPr>
              <a:t>Berater GmbH</a:t>
            </a:r>
          </a:p>
          <a:p>
            <a:pPr algn="r"/>
            <a:r>
              <a:rPr lang="en-US" sz="1000" b="1" noProof="0" dirty="0" err="1"/>
              <a:t>Planung</a:t>
            </a:r>
            <a:r>
              <a:rPr lang="en-US" sz="1000" b="1" noProof="0" dirty="0"/>
              <a:t> – Installation</a:t>
            </a:r>
            <a:r>
              <a:rPr lang="en-US" sz="1000" b="1" baseline="0" noProof="0" dirty="0"/>
              <a:t> – </a:t>
            </a:r>
            <a:r>
              <a:rPr lang="en-US" sz="1000" b="1" baseline="0" noProof="0" dirty="0" err="1"/>
              <a:t>Optimierung</a:t>
            </a:r>
            <a:br>
              <a:rPr lang="en-US" sz="1000" b="1" baseline="0" noProof="0" dirty="0"/>
            </a:br>
            <a:br>
              <a:rPr lang="en-US" sz="1000" b="1" baseline="0" noProof="0" dirty="0"/>
            </a:br>
            <a:endParaRPr lang="en-US" sz="1000" b="1" noProof="0" dirty="0"/>
          </a:p>
          <a:p>
            <a:pPr algn="r"/>
            <a:r>
              <a:rPr lang="en-US" sz="1000" b="1" noProof="0" dirty="0">
                <a:hlinkClick r:id="rId9"/>
              </a:rPr>
              <a:t>http://www.db-berater.de</a:t>
            </a:r>
            <a:endParaRPr lang="en-US" sz="1000" b="1" noProof="0" dirty="0"/>
          </a:p>
          <a:p>
            <a:pPr algn="r"/>
            <a:r>
              <a:rPr lang="en-US" sz="1000" b="1" noProof="0" dirty="0"/>
              <a:t>info@db-berater.de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E3090C9-CD56-60CA-9231-B8662A341995}"/>
              </a:ext>
            </a:extLst>
          </p:cNvPr>
          <p:cNvSpPr/>
          <p:nvPr/>
        </p:nvSpPr>
        <p:spPr>
          <a:xfrm>
            <a:off x="0" y="6309320"/>
            <a:ext cx="12192000" cy="54868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8" name="Textfeld 7"/>
          <p:cNvSpPr txBox="1"/>
          <p:nvPr/>
        </p:nvSpPr>
        <p:spPr>
          <a:xfrm>
            <a:off x="9648395" y="6429773"/>
            <a:ext cx="2296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noProof="0" dirty="0">
                <a:solidFill>
                  <a:schemeClr val="bg1"/>
                </a:solidFill>
              </a:rPr>
              <a:t>© db</a:t>
            </a:r>
            <a:r>
              <a:rPr lang="en-US" sz="1200" b="1" baseline="0" noProof="0" dirty="0">
                <a:solidFill>
                  <a:schemeClr val="bg1"/>
                </a:solidFill>
              </a:rPr>
              <a:t> Berater GmbH (</a:t>
            </a:r>
            <a:fld id="{918F7804-3F46-47BC-B8F6-F601438D5C89}" type="datetimeyyyy">
              <a:rPr lang="en-US" sz="1200" b="1" baseline="0" noProof="0" smtClean="0">
                <a:solidFill>
                  <a:schemeClr val="bg1"/>
                </a:solidFill>
              </a:rPr>
              <a:t>2025</a:t>
            </a:fld>
            <a:r>
              <a:rPr lang="en-US" sz="1200" b="1" baseline="0" noProof="0" dirty="0">
                <a:solidFill>
                  <a:schemeClr val="bg1"/>
                </a:solidFill>
              </a:rPr>
              <a:t>)</a:t>
            </a:r>
            <a:endParaRPr lang="en-US" sz="1200" b="1" noProof="0" dirty="0">
              <a:solidFill>
                <a:schemeClr val="bg1"/>
              </a:solidFill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290584" y="6429773"/>
            <a:ext cx="48453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>
                <a:solidFill>
                  <a:schemeClr val="bg2"/>
                </a:solidFill>
              </a:rPr>
              <a:t>Author</a:t>
            </a:r>
            <a:r>
              <a:rPr lang="en-US" sz="1200" b="1" noProof="0" dirty="0">
                <a:solidFill>
                  <a:schemeClr val="bg1"/>
                </a:solidFill>
              </a:rPr>
              <a:t>: Uwe Ricken (Data Platform MVP / MCM)</a:t>
            </a:r>
          </a:p>
        </p:txBody>
      </p:sp>
    </p:spTree>
    <p:extLst>
      <p:ext uri="{BB962C8B-B14F-4D97-AF65-F5344CB8AC3E}">
        <p14:creationId xmlns:p14="http://schemas.microsoft.com/office/powerpoint/2010/main" val="1529825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</p:sldLayoutIdLst>
  <p:txStyles>
    <p:titleStyle>
      <a:lvl1pPr algn="l" defTabSz="914309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5B9BD5"/>
          </a:solidFill>
          <a:latin typeface="+mj-lt"/>
          <a:ea typeface="+mj-ea"/>
          <a:cs typeface="+mj-cs"/>
        </a:defRPr>
      </a:lvl1pPr>
    </p:titleStyle>
    <p:bodyStyle>
      <a:lvl1pPr marL="228578" indent="-228578" algn="l" defTabSz="9143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3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5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8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5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8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mailto:uwe.ricken@db-berater.de" TargetMode="External"/><Relationship Id="rId7" Type="http://schemas.openxmlformats.org/officeDocument/2006/relationships/image" Target="../media/image2.jpg"/><Relationship Id="rId2" Type="http://schemas.openxmlformats.org/officeDocument/2006/relationships/hyperlink" Target="http://www.db-berater.de/" TargetMode="Externa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.png"/><Relationship Id="rId5" Type="http://schemas.openxmlformats.org/officeDocument/2006/relationships/hyperlink" Target="https://www.linkedin.com/in/uwericken" TargetMode="External"/><Relationship Id="rId4" Type="http://schemas.openxmlformats.org/officeDocument/2006/relationships/hyperlink" Target="http://www.sqlmaster.de/" TargetMode="External"/><Relationship Id="rId9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Debunk Myths About CTE</a:t>
            </a:r>
            <a:br>
              <a:rPr lang="en-US" dirty="0"/>
            </a:b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A practical guide to understand and demystify Common Table Expressions in SQL Servers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Uwe Ricken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337072" y="4389107"/>
            <a:ext cx="11325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dirty="0" err="1">
                <a:solidFill>
                  <a:srgbClr val="165364"/>
                </a:solidFill>
                <a:latin typeface="verdana" panose="020B0604030504040204" pitchFamily="34" charset="0"/>
              </a:rPr>
              <a:t>tba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406771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Uwe Ricken</a:t>
            </a:r>
            <a:br>
              <a:rPr lang="de-DE" dirty="0"/>
            </a:br>
            <a:r>
              <a:rPr lang="de-DE" sz="2400" dirty="0"/>
              <a:t>db Berater GmbH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half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marL="457166" lvl="1" indent="0">
              <a:buNone/>
            </a:pPr>
            <a:r>
              <a:rPr lang="en-US" sz="1400" dirty="0"/>
              <a:t>I am working with IT-systems since early 1990's and with the main focus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 </a:t>
            </a:r>
            <a:r>
              <a:rPr lang="en-US" sz="1400" dirty="0"/>
              <a:t>since version 6.0. I started with development of database applications in 1998 with a professional CRM-System based on Microsoft products (Microsoft Office and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).</a:t>
            </a:r>
          </a:p>
          <a:p>
            <a:pPr marL="457166" lvl="1" indent="0">
              <a:buNone/>
            </a:pPr>
            <a:br>
              <a:rPr lang="en-US" sz="1400" dirty="0"/>
            </a:br>
            <a:r>
              <a:rPr lang="en-US" sz="1400" dirty="0"/>
              <a:t>Since 2008 I'm focused exclusively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 and I was working in 3rd level support teams for enterprise companies, banks and insurances.</a:t>
            </a:r>
          </a:p>
          <a:p>
            <a:pPr marL="457166" lvl="1" indent="0">
              <a:buNone/>
            </a:pPr>
            <a:endParaRPr lang="en-US" sz="1400" dirty="0"/>
          </a:p>
          <a:p>
            <a:pPr marL="457166" lvl="1" indent="0">
              <a:buNone/>
            </a:pPr>
            <a:r>
              <a:rPr lang="en-US" sz="1400" dirty="0"/>
              <a:t>Since May 2013 I'm a </a:t>
            </a:r>
            <a:r>
              <a:rPr lang="en-US" sz="1400" b="1" dirty="0">
                <a:solidFill>
                  <a:srgbClr val="FF0000"/>
                </a:solidFill>
              </a:rPr>
              <a:t>Microsoft Certified Master: SQL Server 2008 </a:t>
            </a:r>
            <a:r>
              <a:rPr lang="en-US" sz="1400" dirty="0"/>
              <a:t>which was an amazing way into the depth of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</a:p>
          <a:p>
            <a:pPr marL="457166" lvl="1" indent="0">
              <a:buNone/>
            </a:pPr>
            <a:endParaRPr lang="en-US" sz="1400" dirty="0"/>
          </a:p>
          <a:p>
            <a:pPr marL="457166" lvl="1" indent="0">
              <a:buNone/>
            </a:pPr>
            <a:r>
              <a:rPr lang="en-US" sz="1400" dirty="0"/>
              <a:t>In July 2013 I have been awarded with the MVP Award for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  <a:endParaRPr lang="de-DE" sz="1400" dirty="0"/>
          </a:p>
        </p:txBody>
      </p:sp>
      <p:sp>
        <p:nvSpPr>
          <p:cNvPr id="6" name="Textplatzhalter 5"/>
          <p:cNvSpPr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 err="1"/>
              <a:t>www</a:t>
            </a:r>
            <a:r>
              <a:rPr lang="de-DE" sz="1400" dirty="0"/>
              <a:t>:	</a:t>
            </a:r>
            <a:r>
              <a:rPr lang="de-DE" sz="1400" dirty="0">
                <a:hlinkClick r:id="rId2"/>
              </a:rPr>
              <a:t>http://www.db-berater.de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email</a:t>
            </a:r>
            <a:r>
              <a:rPr lang="de-DE" sz="1400" dirty="0"/>
              <a:t>:	</a:t>
            </a:r>
            <a:r>
              <a:rPr lang="de-DE" sz="1400" dirty="0">
                <a:hlinkClick r:id="rId3"/>
              </a:rPr>
              <a:t>uwe.ricken@db-berater.de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 err="1"/>
              <a:t>blog</a:t>
            </a:r>
            <a:r>
              <a:rPr lang="de-DE" sz="1400" dirty="0"/>
              <a:t>:	</a:t>
            </a:r>
            <a:r>
              <a:rPr lang="de-DE" sz="1400" dirty="0">
                <a:hlinkClick r:id="rId4"/>
              </a:rPr>
              <a:t>http://www.sqlmaster.de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dirty="0"/>
              <a:t>LinkedIn:	</a:t>
            </a:r>
            <a:r>
              <a:rPr lang="de-DE" sz="1400" dirty="0">
                <a:hlinkClick r:id="rId5"/>
              </a:rPr>
              <a:t>https://www.linkedin.com/in/uwericken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endParaRPr lang="de-DE" sz="1400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2" y="3494589"/>
            <a:ext cx="1143000" cy="835819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0472" y="3494589"/>
            <a:ext cx="1143000" cy="857251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3" y="4682333"/>
            <a:ext cx="1458955" cy="598545"/>
          </a:xfrm>
          <a:prstGeom prst="rect">
            <a:avLst/>
          </a:prstGeom>
        </p:spPr>
      </p:pic>
      <p:pic>
        <p:nvPicPr>
          <p:cNvPr id="5" name="Grafik 4" descr="Ein Bild, das Person, Mann, Brille, tragen enthält.&#10;&#10;Automatisch generierte Beschreibung">
            <a:extLst>
              <a:ext uri="{FF2B5EF4-FFF2-40B4-BE49-F238E27FC236}">
                <a16:creationId xmlns:a16="http://schemas.microsoft.com/office/drawing/2014/main" id="{46333317-A6F3-B2D3-B9F5-6B4A79A834BA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58"/>
          <a:stretch/>
        </p:blipFill>
        <p:spPr>
          <a:xfrm>
            <a:off x="6499642" y="3429000"/>
            <a:ext cx="1715073" cy="1851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187469"/>
      </p:ext>
    </p:extLst>
  </p:cSld>
  <p:clrMapOvr>
    <a:masterClrMapping/>
  </p:clrMapOvr>
</p:sld>
</file>

<file path=ppt/theme/theme1.xml><?xml version="1.0" encoding="utf-8"?>
<a:theme xmlns:a="http://schemas.openxmlformats.org/drawingml/2006/main" name="db-berater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b-berater" id="{85827739-E950-40BB-86D2-00AF6F3C8C72}" vid="{2B923C9B-446A-4E3F-A7F9-000C93CCE4ED}"/>
    </a:ext>
  </a:extLst>
</a:theme>
</file>

<file path=ppt/theme/theme2.xml><?xml version="1.0" encoding="utf-8"?>
<a:theme xmlns:a="http://schemas.openxmlformats.org/drawingml/2006/main" name="1_db-berater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b-berater" id="{A415B4FD-AA9B-4461-AC2B-36ED5617A0E3}" vid="{018F950C-F5FA-4D6B-B0C1-0DCF0BD05116}"/>
    </a:ext>
  </a:extLst>
</a:theme>
</file>

<file path=ppt/theme/theme3.xml><?xml version="1.0" encoding="utf-8"?>
<a:theme xmlns:a="http://schemas.openxmlformats.org/drawingml/2006/main" name="2_db-berater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b-berater" id="{A415B4FD-AA9B-4461-AC2B-36ED5617A0E3}" vid="{018F950C-F5FA-4D6B-B0C1-0DCF0BD05116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db-berater</Template>
  <TotalTime>0</TotalTime>
  <Words>186</Words>
  <Application>Microsoft Office PowerPoint</Application>
  <PresentationFormat>Breitbild</PresentationFormat>
  <Paragraphs>15</Paragraphs>
  <Slides>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2</vt:i4>
      </vt:variant>
    </vt:vector>
  </HeadingPairs>
  <TitlesOfParts>
    <vt:vector size="11" baseType="lpstr">
      <vt:lpstr>Aptos</vt:lpstr>
      <vt:lpstr>Arial</vt:lpstr>
      <vt:lpstr>Calibri</vt:lpstr>
      <vt:lpstr>Lucida Console</vt:lpstr>
      <vt:lpstr>Segoe UI</vt:lpstr>
      <vt:lpstr>verdana</vt:lpstr>
      <vt:lpstr>db-berater</vt:lpstr>
      <vt:lpstr>1_db-berater</vt:lpstr>
      <vt:lpstr>2_db-berater</vt:lpstr>
      <vt:lpstr>Debunk Myths About CTE A practical guide to understand and demystify Common Table Expressions in SQL Servers</vt:lpstr>
      <vt:lpstr>Uwe Ricken db Berater GmbH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Uwe Ricken</dc:creator>
  <cp:lastModifiedBy>Uwe Ricken</cp:lastModifiedBy>
  <cp:revision>8</cp:revision>
  <dcterms:created xsi:type="dcterms:W3CDTF">2024-11-09T16:26:01Z</dcterms:created>
  <dcterms:modified xsi:type="dcterms:W3CDTF">2025-10-30T13:16:22Z</dcterms:modified>
</cp:coreProperties>
</file>