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7"/>
  </p:notesMasterIdLst>
  <p:sldIdLst>
    <p:sldId id="334" r:id="rId2"/>
    <p:sldId id="315" r:id="rId3"/>
    <p:sldId id="381" r:id="rId4"/>
    <p:sldId id="422" r:id="rId5"/>
    <p:sldId id="336" r:id="rId6"/>
    <p:sldId id="428" r:id="rId7"/>
    <p:sldId id="33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337" r:id="rId17"/>
    <p:sldId id="423" r:id="rId18"/>
    <p:sldId id="341" r:id="rId19"/>
    <p:sldId id="427" r:id="rId20"/>
    <p:sldId id="404" r:id="rId21"/>
    <p:sldId id="345" r:id="rId22"/>
    <p:sldId id="347" r:id="rId23"/>
    <p:sldId id="348" r:id="rId24"/>
    <p:sldId id="349" r:id="rId25"/>
    <p:sldId id="346" r:id="rId26"/>
  </p:sldIdLst>
  <p:sldSz cx="12192000" cy="6858000"/>
  <p:notesSz cx="6858000" cy="9144000"/>
  <p:custDataLst>
    <p:tags r:id="rId28"/>
  </p:custDataLst>
  <p:defaultTextStyle>
    <a:defPPr>
      <a:defRPr lang="de-DE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957C16-3A1B-44F4-8A08-B96057A0666D}" v="833" dt="2025-11-25T07:35:14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7" autoAdjust="0"/>
    <p:restoredTop sz="94643" autoAdjust="0"/>
  </p:normalViewPr>
  <p:slideViewPr>
    <p:cSldViewPr snapToGrid="0">
      <p:cViewPr varScale="1">
        <p:scale>
          <a:sx n="82" d="100"/>
          <a:sy n="82" d="100"/>
        </p:scale>
        <p:origin x="384" y="55"/>
      </p:cViewPr>
      <p:guideLst/>
    </p:cSldViewPr>
  </p:slideViewPr>
  <p:outlineViewPr>
    <p:cViewPr>
      <p:scale>
        <a:sx n="33" d="100"/>
        <a:sy n="33" d="100"/>
      </p:scale>
      <p:origin x="0" y="-4371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undo custSel addSld delSld modSld sldOrd modMainMaster">
      <pc:chgData name="Uwe Ricken" userId="f02567aecbed924b" providerId="LiveId" clId="{E77B627B-1F43-41A9-9F24-D4BB31BF6050}" dt="2025-11-25T07:45:39.031" v="5106" actId="14100"/>
      <pc:docMkLst>
        <pc:docMk/>
      </pc:docMkLst>
      <pc:sldChg chg="modSp add mod">
        <pc:chgData name="Uwe Ricken" userId="f02567aecbed924b" providerId="LiveId" clId="{E77B627B-1F43-41A9-9F24-D4BB31BF6050}" dt="2025-11-18T10:46:25.406" v="2856" actId="20577"/>
        <pc:sldMkLst>
          <pc:docMk/>
          <pc:sldMk cId="1252969730" sldId="315"/>
        </pc:sldMkLst>
        <pc:spChg chg="mod">
          <ac:chgData name="Uwe Ricken" userId="f02567aecbed924b" providerId="LiveId" clId="{E77B627B-1F43-41A9-9F24-D4BB31BF6050}" dt="2025-11-18T10:46:25.406" v="2856" actId="20577"/>
          <ac:spMkLst>
            <pc:docMk/>
            <pc:sldMk cId="1252969730" sldId="315"/>
            <ac:spMk id="3" creationId="{32727BD7-7924-41DC-BF8D-0990B5F36E59}"/>
          </ac:spMkLst>
        </pc:spChg>
      </pc:sldChg>
      <pc:sldChg chg="modSp mod">
        <pc:chgData name="Uwe Ricken" userId="f02567aecbed924b" providerId="LiveId" clId="{E77B627B-1F43-41A9-9F24-D4BB31BF6050}" dt="2025-11-16T12:34:54.166" v="1689" actId="20577"/>
        <pc:sldMkLst>
          <pc:docMk/>
          <pc:sldMk cId="4067710344" sldId="334"/>
        </pc:sldMkLst>
        <pc:spChg chg="mod">
          <ac:chgData name="Uwe Ricken" userId="f02567aecbed924b" providerId="LiveId" clId="{E77B627B-1F43-41A9-9F24-D4BB31BF6050}" dt="2025-11-16T12:34:54.166" v="1689" actId="20577"/>
          <ac:spMkLst>
            <pc:docMk/>
            <pc:sldMk cId="4067710344" sldId="334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5-10-30T13:29:19.718" v="38"/>
          <ac:spMkLst>
            <pc:docMk/>
            <pc:sldMk cId="4067710344" sldId="334"/>
            <ac:spMk id="3" creationId="{00000000-0000-0000-0000-000000000000}"/>
          </ac:spMkLst>
        </pc:spChg>
        <pc:spChg chg="mod">
          <ac:chgData name="Uwe Ricken" userId="f02567aecbed924b" providerId="LiveId" clId="{E77B627B-1F43-41A9-9F24-D4BB31BF6050}" dt="2025-10-30T13:15:30.160" v="32" actId="20577"/>
          <ac:spMkLst>
            <pc:docMk/>
            <pc:sldMk cId="4067710344" sldId="334"/>
            <ac:spMk id="4" creationId="{00000000-0000-0000-0000-000000000000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22T11:38:51.336" v="3784" actId="27636"/>
        <pc:sldMkLst>
          <pc:docMk/>
          <pc:sldMk cId="290312514" sldId="336"/>
        </pc:sldMkLst>
        <pc:spChg chg="add mod ord">
          <ac:chgData name="Uwe Ricken" userId="f02567aecbed924b" providerId="LiveId" clId="{E77B627B-1F43-41A9-9F24-D4BB31BF6050}" dt="2025-10-30T13:31:33.906" v="52" actId="20577"/>
          <ac:spMkLst>
            <pc:docMk/>
            <pc:sldMk cId="290312514" sldId="336"/>
            <ac:spMk id="5" creationId="{3E87E643-62FC-1B56-217D-ACA8E6C4C42C}"/>
          </ac:spMkLst>
        </pc:spChg>
        <pc:spChg chg="add mod ord">
          <ac:chgData name="Uwe Ricken" userId="f02567aecbed924b" providerId="LiveId" clId="{E77B627B-1F43-41A9-9F24-D4BB31BF6050}" dt="2025-11-22T11:38:51.336" v="3784" actId="27636"/>
          <ac:spMkLst>
            <pc:docMk/>
            <pc:sldMk cId="290312514" sldId="336"/>
            <ac:spMk id="6" creationId="{7EF2F26D-4026-DE87-2C02-3CD1245B2A15}"/>
          </ac:spMkLst>
        </pc:spChg>
      </pc:sldChg>
      <pc:sldChg chg="modSp new mod">
        <pc:chgData name="Uwe Ricken" userId="f02567aecbed924b" providerId="LiveId" clId="{E77B627B-1F43-41A9-9F24-D4BB31BF6050}" dt="2025-11-16T14:50:38.976" v="2760" actId="20577"/>
        <pc:sldMkLst>
          <pc:docMk/>
          <pc:sldMk cId="2837694704" sldId="337"/>
        </pc:sldMkLst>
        <pc:spChg chg="mod">
          <ac:chgData name="Uwe Ricken" userId="f02567aecbed924b" providerId="LiveId" clId="{E77B627B-1F43-41A9-9F24-D4BB31BF6050}" dt="2025-11-16T14:50:38.976" v="2760" actId="20577"/>
          <ac:spMkLst>
            <pc:docMk/>
            <pc:sldMk cId="2837694704" sldId="337"/>
            <ac:spMk id="2" creationId="{7B025324-E6FF-E14E-7B36-8C9215F06421}"/>
          </ac:spMkLst>
        </pc:spChg>
        <pc:spChg chg="mod">
          <ac:chgData name="Uwe Ricken" userId="f02567aecbed924b" providerId="LiveId" clId="{E77B627B-1F43-41A9-9F24-D4BB31BF6050}" dt="2025-10-30T13:38:33.780" v="888" actId="20577"/>
          <ac:spMkLst>
            <pc:docMk/>
            <pc:sldMk cId="2837694704" sldId="337"/>
            <ac:spMk id="3" creationId="{832E0063-724B-3C66-A1DB-5BE8E446017F}"/>
          </ac:spMkLst>
        </pc:spChg>
      </pc:sldChg>
      <pc:sldChg chg="addSp delSp modSp new mod ord modClrScheme addAnim delAnim modAnim chgLayout">
        <pc:chgData name="Uwe Ricken" userId="f02567aecbed924b" providerId="LiveId" clId="{E77B627B-1F43-41A9-9F24-D4BB31BF6050}" dt="2025-11-25T07:45:39.031" v="5106" actId="14100"/>
        <pc:sldMkLst>
          <pc:docMk/>
          <pc:sldMk cId="3835114782" sldId="338"/>
        </pc:sldMkLst>
        <pc:spChg chg="mod ord">
          <ac:chgData name="Uwe Ricken" userId="f02567aecbed924b" providerId="LiveId" clId="{E77B627B-1F43-41A9-9F24-D4BB31BF6050}" dt="2025-10-30T13:59:57.647" v="1390" actId="700"/>
          <ac:spMkLst>
            <pc:docMk/>
            <pc:sldMk cId="3835114782" sldId="338"/>
            <ac:spMk id="2" creationId="{E734164C-EC4B-E1E0-4C90-B188FFF1B237}"/>
          </ac:spMkLst>
        </pc:spChg>
        <pc:spChg chg="mod ord">
          <ac:chgData name="Uwe Ricken" userId="f02567aecbed924b" providerId="LiveId" clId="{E77B627B-1F43-41A9-9F24-D4BB31BF6050}" dt="2025-11-18T15:46:17.425" v="3568" actId="20577"/>
          <ac:spMkLst>
            <pc:docMk/>
            <pc:sldMk cId="3835114782" sldId="338"/>
            <ac:spMk id="3" creationId="{05606998-387C-1015-3B44-3FB9473307A8}"/>
          </ac:spMkLst>
        </pc:spChg>
        <pc:spChg chg="mod">
          <ac:chgData name="Uwe Ricken" userId="f02567aecbed924b" providerId="LiveId" clId="{E77B627B-1F43-41A9-9F24-D4BB31BF6050}" dt="2025-10-30T13:56:33.847" v="1291"/>
          <ac:spMkLst>
            <pc:docMk/>
            <pc:sldMk cId="3835114782" sldId="338"/>
            <ac:spMk id="11" creationId="{004EA366-18DB-DB7E-93AC-50CB557C8A28}"/>
          </ac:spMkLst>
        </pc:spChg>
        <pc:spChg chg="mod">
          <ac:chgData name="Uwe Ricken" userId="f02567aecbed924b" providerId="LiveId" clId="{E77B627B-1F43-41A9-9F24-D4BB31BF6050}" dt="2025-11-25T07:45:39.031" v="5106" actId="14100"/>
          <ac:spMkLst>
            <pc:docMk/>
            <pc:sldMk cId="3835114782" sldId="338"/>
            <ac:spMk id="12" creationId="{5D9D4079-99C0-13A9-A0A9-2D319FE8229C}"/>
          </ac:spMkLst>
        </pc:spChg>
        <pc:spChg chg="add mod ord">
          <ac:chgData name="Uwe Ricken" userId="f02567aecbed924b" providerId="LiveId" clId="{E77B627B-1F43-41A9-9F24-D4BB31BF6050}" dt="2025-11-18T10:43:16.881" v="2844" actId="790"/>
          <ac:spMkLst>
            <pc:docMk/>
            <pc:sldMk cId="3835114782" sldId="338"/>
            <ac:spMk id="13" creationId="{704498ED-15E6-9715-4F6A-1A84520B416C}"/>
          </ac:spMkLst>
        </pc:spChg>
        <pc:grpChg chg="add mod">
          <ac:chgData name="Uwe Ricken" userId="f02567aecbed924b" providerId="LiveId" clId="{E77B627B-1F43-41A9-9F24-D4BB31BF6050}" dt="2025-10-30T13:56:33.847" v="1291"/>
          <ac:grpSpMkLst>
            <pc:docMk/>
            <pc:sldMk cId="3835114782" sldId="338"/>
            <ac:grpSpMk id="9" creationId="{8470EA87-089E-5839-85E6-C97619217D25}"/>
          </ac:grpSpMkLst>
        </pc:grpChg>
        <pc:picChg chg="mod modCrop">
          <ac:chgData name="Uwe Ricken" userId="f02567aecbed924b" providerId="LiveId" clId="{E77B627B-1F43-41A9-9F24-D4BB31BF6050}" dt="2025-11-11T09:45:32.375" v="1681" actId="732"/>
          <ac:picMkLst>
            <pc:docMk/>
            <pc:sldMk cId="3835114782" sldId="338"/>
            <ac:picMk id="10" creationId="{3750A2FC-925D-AEB7-626C-89A6D15ECFC3}"/>
          </ac:picMkLst>
        </pc:picChg>
      </pc:sldChg>
      <pc:sldChg chg="addSp delSp modSp new mod ord modClrScheme chgLayout">
        <pc:chgData name="Uwe Ricken" userId="f02567aecbed924b" providerId="LiveId" clId="{E77B627B-1F43-41A9-9F24-D4BB31BF6050}" dt="2025-11-18T15:46:50.730" v="3599" actId="5793"/>
        <pc:sldMkLst>
          <pc:docMk/>
          <pc:sldMk cId="2661701367" sldId="341"/>
        </pc:sldMkLst>
        <pc:spChg chg="mod ord">
          <ac:chgData name="Uwe Ricken" userId="f02567aecbed924b" providerId="LiveId" clId="{E77B627B-1F43-41A9-9F24-D4BB31BF6050}" dt="2025-11-16T13:22:08.562" v="1989" actId="790"/>
          <ac:spMkLst>
            <pc:docMk/>
            <pc:sldMk cId="2661701367" sldId="341"/>
            <ac:spMk id="2" creationId="{F0B0DCA4-A90D-EA24-5F0A-FC1D17570324}"/>
          </ac:spMkLst>
        </pc:spChg>
        <pc:spChg chg="add del mod ord">
          <ac:chgData name="Uwe Ricken" userId="f02567aecbed924b" providerId="LiveId" clId="{E77B627B-1F43-41A9-9F24-D4BB31BF6050}" dt="2025-11-18T10:45:21.644" v="2851" actId="790"/>
          <ac:spMkLst>
            <pc:docMk/>
            <pc:sldMk cId="2661701367" sldId="341"/>
            <ac:spMk id="4" creationId="{8C3BA9E3-A71C-87D2-91FF-0A2B626D1816}"/>
          </ac:spMkLst>
        </pc:spChg>
        <pc:spChg chg="add mod ord">
          <ac:chgData name="Uwe Ricken" userId="f02567aecbed924b" providerId="LiveId" clId="{E77B627B-1F43-41A9-9F24-D4BB31BF6050}" dt="2025-11-18T15:46:50.730" v="3599" actId="5793"/>
          <ac:spMkLst>
            <pc:docMk/>
            <pc:sldMk cId="2661701367" sldId="341"/>
            <ac:spMk id="5" creationId="{5BB270C1-6988-2C67-79DC-F4F2D19DB21D}"/>
          </ac:spMkLst>
        </pc:spChg>
      </pc:sldChg>
      <pc:sldChg chg="modSp new mod ord">
        <pc:chgData name="Uwe Ricken" userId="f02567aecbed924b" providerId="LiveId" clId="{E77B627B-1F43-41A9-9F24-D4BB31BF6050}" dt="2025-11-16T14:51:43.542" v="2763" actId="20577"/>
        <pc:sldMkLst>
          <pc:docMk/>
          <pc:sldMk cId="1217863260" sldId="345"/>
        </pc:sldMkLst>
        <pc:spChg chg="mod">
          <ac:chgData name="Uwe Ricken" userId="f02567aecbed924b" providerId="LiveId" clId="{E77B627B-1F43-41A9-9F24-D4BB31BF6050}" dt="2025-11-16T14:51:43.542" v="2763" actId="20577"/>
          <ac:spMkLst>
            <pc:docMk/>
            <pc:sldMk cId="1217863260" sldId="345"/>
            <ac:spMk id="2" creationId="{45614960-6D4B-33AE-1103-6E4362ABA58D}"/>
          </ac:spMkLst>
        </pc:spChg>
        <pc:spChg chg="mod">
          <ac:chgData name="Uwe Ricken" userId="f02567aecbed924b" providerId="LiveId" clId="{E77B627B-1F43-41A9-9F24-D4BB31BF6050}" dt="2025-11-16T14:47:13" v="2718" actId="20577"/>
          <ac:spMkLst>
            <pc:docMk/>
            <pc:sldMk cId="1217863260" sldId="345"/>
            <ac:spMk id="3" creationId="{87725D9A-42B0-733F-5D95-E6FAD4E2AC3E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16T14:49:01.389" v="2747" actId="179"/>
        <pc:sldMkLst>
          <pc:docMk/>
          <pc:sldMk cId="3372702853" sldId="346"/>
        </pc:sldMkLst>
        <pc:spChg chg="add mod ord">
          <ac:chgData name="Uwe Ricken" userId="f02567aecbed924b" providerId="LiveId" clId="{E77B627B-1F43-41A9-9F24-D4BB31BF6050}" dt="2025-11-16T14:47:57.639" v="2733" actId="20577"/>
          <ac:spMkLst>
            <pc:docMk/>
            <pc:sldMk cId="3372702853" sldId="346"/>
            <ac:spMk id="4" creationId="{FA1A36E9-F085-8169-A3DC-B8AF99A1AA4A}"/>
          </ac:spMkLst>
        </pc:spChg>
        <pc:spChg chg="add mod ord">
          <ac:chgData name="Uwe Ricken" userId="f02567aecbed924b" providerId="LiveId" clId="{E77B627B-1F43-41A9-9F24-D4BB31BF6050}" dt="2025-11-16T14:49:01.389" v="2747" actId="179"/>
          <ac:spMkLst>
            <pc:docMk/>
            <pc:sldMk cId="3372702853" sldId="346"/>
            <ac:spMk id="5" creationId="{875CB9CC-1F79-907F-A997-598158713D6A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16T14:52:26.593" v="2794" actId="20577"/>
        <pc:sldMkLst>
          <pc:docMk/>
          <pc:sldMk cId="1769772035" sldId="347"/>
        </pc:sldMkLst>
        <pc:spChg chg="add mod ord">
          <ac:chgData name="Uwe Ricken" userId="f02567aecbed924b" providerId="LiveId" clId="{E77B627B-1F43-41A9-9F24-D4BB31BF6050}" dt="2025-11-16T14:52:26.593" v="2794" actId="20577"/>
          <ac:spMkLst>
            <pc:docMk/>
            <pc:sldMk cId="1769772035" sldId="347"/>
            <ac:spMk id="4" creationId="{C6D43A2D-C32D-E4A4-2AB5-050AE2CD073E}"/>
          </ac:spMkLst>
        </pc:spChg>
        <pc:spChg chg="add mod ord">
          <ac:chgData name="Uwe Ricken" userId="f02567aecbed924b" providerId="LiveId" clId="{E77B627B-1F43-41A9-9F24-D4BB31BF6050}" dt="2025-11-16T14:52:09.579" v="2766" actId="700"/>
          <ac:spMkLst>
            <pc:docMk/>
            <pc:sldMk cId="1769772035" sldId="347"/>
            <ac:spMk id="5" creationId="{82B9D0E9-9533-4E7B-9D21-5C6D50E40466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16T14:53:14.952" v="2800" actId="20577"/>
        <pc:sldMkLst>
          <pc:docMk/>
          <pc:sldMk cId="758843674" sldId="348"/>
        </pc:sldMkLst>
        <pc:spChg chg="add mod ord">
          <ac:chgData name="Uwe Ricken" userId="f02567aecbed924b" providerId="LiveId" clId="{E77B627B-1F43-41A9-9F24-D4BB31BF6050}" dt="2025-11-16T14:53:14.952" v="2800" actId="20577"/>
          <ac:spMkLst>
            <pc:docMk/>
            <pc:sldMk cId="758843674" sldId="348"/>
            <ac:spMk id="5" creationId="{89551E4F-4C45-D86E-BEBC-0BE6AAEC656E}"/>
          </ac:spMkLst>
        </pc:spChg>
        <pc:spChg chg="add mod ord">
          <ac:chgData name="Uwe Ricken" userId="f02567aecbed924b" providerId="LiveId" clId="{E77B627B-1F43-41A9-9F24-D4BB31BF6050}" dt="2025-11-16T14:53:11.138" v="2796" actId="700"/>
          <ac:spMkLst>
            <pc:docMk/>
            <pc:sldMk cId="758843674" sldId="348"/>
            <ac:spMk id="6" creationId="{4DC3FBEF-8AA1-B5A6-A178-658501B12295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16T14:53:41.160" v="2803"/>
        <pc:sldMkLst>
          <pc:docMk/>
          <pc:sldMk cId="3590618424" sldId="349"/>
        </pc:sldMkLst>
        <pc:spChg chg="add mod ord">
          <ac:chgData name="Uwe Ricken" userId="f02567aecbed924b" providerId="LiveId" clId="{E77B627B-1F43-41A9-9F24-D4BB31BF6050}" dt="2025-11-16T14:53:41.160" v="2803"/>
          <ac:spMkLst>
            <pc:docMk/>
            <pc:sldMk cId="3590618424" sldId="349"/>
            <ac:spMk id="4" creationId="{7DCC500C-22FD-901F-E865-3C6A64A9A845}"/>
          </ac:spMkLst>
        </pc:spChg>
        <pc:spChg chg="add mod ord">
          <ac:chgData name="Uwe Ricken" userId="f02567aecbed924b" providerId="LiveId" clId="{E77B627B-1F43-41A9-9F24-D4BB31BF6050}" dt="2025-11-16T14:53:39.638" v="2802" actId="700"/>
          <ac:spMkLst>
            <pc:docMk/>
            <pc:sldMk cId="3590618424" sldId="349"/>
            <ac:spMk id="5" creationId="{75DB323D-85A7-FD8B-9A13-088D1B295D27}"/>
          </ac:spMkLst>
        </pc:spChg>
      </pc:sldChg>
      <pc:sldChg chg="add">
        <pc:chgData name="Uwe Ricken" userId="f02567aecbed924b" providerId="LiveId" clId="{E77B627B-1F43-41A9-9F24-D4BB31BF6050}" dt="2025-11-18T10:45:55.585" v="2852"/>
        <pc:sldMkLst>
          <pc:docMk/>
          <pc:sldMk cId="260035772" sldId="381"/>
        </pc:sldMkLst>
      </pc:sldChg>
      <pc:sldChg chg="modSp add mod">
        <pc:chgData name="Uwe Ricken" userId="f02567aecbed924b" providerId="LiveId" clId="{E77B627B-1F43-41A9-9F24-D4BB31BF6050}" dt="2025-11-18T10:47:21.523" v="2883" actId="20577"/>
        <pc:sldMkLst>
          <pc:docMk/>
          <pc:sldMk cId="3986546557" sldId="404"/>
        </pc:sldMkLst>
        <pc:spChg chg="mod">
          <ac:chgData name="Uwe Ricken" userId="f02567aecbed924b" providerId="LiveId" clId="{E77B627B-1F43-41A9-9F24-D4BB31BF6050}" dt="2025-11-18T10:47:21.523" v="2883" actId="20577"/>
          <ac:spMkLst>
            <pc:docMk/>
            <pc:sldMk cId="3986546557" sldId="404"/>
            <ac:spMk id="6" creationId="{8668E183-D5F2-A8B2-64E9-68CD09B5BE12}"/>
          </ac:spMkLst>
        </pc:spChg>
      </pc:sldChg>
      <pc:sldChg chg="add">
        <pc:chgData name="Uwe Ricken" userId="f02567aecbed924b" providerId="LiveId" clId="{E77B627B-1F43-41A9-9F24-D4BB31BF6050}" dt="2025-11-18T10:45:55.585" v="2852"/>
        <pc:sldMkLst>
          <pc:docMk/>
          <pc:sldMk cId="920116788" sldId="422"/>
        </pc:sldMkLst>
      </pc:sldChg>
      <pc:sldChg chg="addSp delSp modSp new mod modClrScheme chgLayout">
        <pc:chgData name="Uwe Ricken" userId="f02567aecbed924b" providerId="LiveId" clId="{E77B627B-1F43-41A9-9F24-D4BB31BF6050}" dt="2025-11-18T12:46:55.691" v="3365" actId="20577"/>
        <pc:sldMkLst>
          <pc:docMk/>
          <pc:sldMk cId="3727805395" sldId="423"/>
        </pc:sldMkLst>
        <pc:spChg chg="mod ord">
          <ac:chgData name="Uwe Ricken" userId="f02567aecbed924b" providerId="LiveId" clId="{E77B627B-1F43-41A9-9F24-D4BB31BF6050}" dt="2025-11-18T12:36:59.355" v="2945" actId="700"/>
          <ac:spMkLst>
            <pc:docMk/>
            <pc:sldMk cId="3727805395" sldId="423"/>
            <ac:spMk id="2" creationId="{E4BA750D-A303-034C-74A2-254A54DAB82B}"/>
          </ac:spMkLst>
        </pc:spChg>
        <pc:graphicFrameChg chg="add mod modGraphic">
          <ac:chgData name="Uwe Ricken" userId="f02567aecbed924b" providerId="LiveId" clId="{E77B627B-1F43-41A9-9F24-D4BB31BF6050}" dt="2025-11-18T12:46:55.691" v="3365" actId="20577"/>
          <ac:graphicFrameMkLst>
            <pc:docMk/>
            <pc:sldMk cId="3727805395" sldId="423"/>
            <ac:graphicFrameMk id="4" creationId="{750F14CE-A7FA-A5A1-3592-9F1BE41AADB2}"/>
          </ac:graphicFrameMkLst>
        </pc:graphicFrameChg>
      </pc:sldChg>
      <pc:sldChg chg="addSp delSp modSp new mod modClrScheme chgLayout">
        <pc:chgData name="Uwe Ricken" userId="f02567aecbed924b" providerId="LiveId" clId="{E77B627B-1F43-41A9-9F24-D4BB31BF6050}" dt="2025-11-18T16:05:34.331" v="3744" actId="20577"/>
        <pc:sldMkLst>
          <pc:docMk/>
          <pc:sldMk cId="1678448268" sldId="427"/>
        </pc:sldMkLst>
        <pc:spChg chg="add mod ord">
          <ac:chgData name="Uwe Ricken" userId="f02567aecbed924b" providerId="LiveId" clId="{E77B627B-1F43-41A9-9F24-D4BB31BF6050}" dt="2025-11-18T15:59:59.690" v="3643" actId="6264"/>
          <ac:spMkLst>
            <pc:docMk/>
            <pc:sldMk cId="1678448268" sldId="427"/>
            <ac:spMk id="5" creationId="{E5C7DBB9-3C8D-F682-1EEC-850F7523C42E}"/>
          </ac:spMkLst>
        </pc:spChg>
        <pc:spChg chg="add mod ord">
          <ac:chgData name="Uwe Ricken" userId="f02567aecbed924b" providerId="LiveId" clId="{E77B627B-1F43-41A9-9F24-D4BB31BF6050}" dt="2025-11-18T16:05:34.331" v="3744" actId="20577"/>
          <ac:spMkLst>
            <pc:docMk/>
            <pc:sldMk cId="1678448268" sldId="427"/>
            <ac:spMk id="6" creationId="{2F1FE022-064C-5BB2-B7DB-E9EC93D4684B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22T11:40:06.510" v="3840" actId="20577"/>
        <pc:sldMkLst>
          <pc:docMk/>
          <pc:sldMk cId="175720876" sldId="428"/>
        </pc:sldMkLst>
        <pc:spChg chg="add mod ord">
          <ac:chgData name="Uwe Ricken" userId="f02567aecbed924b" providerId="LiveId" clId="{E77B627B-1F43-41A9-9F24-D4BB31BF6050}" dt="2025-11-22T11:39:19.445" v="3788" actId="20577"/>
          <ac:spMkLst>
            <pc:docMk/>
            <pc:sldMk cId="175720876" sldId="428"/>
            <ac:spMk id="4" creationId="{40EADB8C-451A-AA0C-C644-63BCE0DAAB31}"/>
          </ac:spMkLst>
        </pc:spChg>
        <pc:spChg chg="add mod ord">
          <ac:chgData name="Uwe Ricken" userId="f02567aecbed924b" providerId="LiveId" clId="{E77B627B-1F43-41A9-9F24-D4BB31BF6050}" dt="2025-11-22T11:40:06.510" v="3840" actId="20577"/>
          <ac:spMkLst>
            <pc:docMk/>
            <pc:sldMk cId="175720876" sldId="428"/>
            <ac:spMk id="5" creationId="{8FAB420C-9852-8B4C-9DBB-71E91C907A73}"/>
          </ac:spMkLst>
        </pc:spChg>
      </pc:sldChg>
      <pc:sldChg chg="addSp delSp modSp new mod modClrScheme addAnim delAnim modAnim chgLayout">
        <pc:chgData name="Uwe Ricken" userId="f02567aecbed924b" providerId="LiveId" clId="{E77B627B-1F43-41A9-9F24-D4BB31BF6050}" dt="2025-11-25T07:31:03.046" v="5010" actId="33524"/>
        <pc:sldMkLst>
          <pc:docMk/>
          <pc:sldMk cId="1011519217" sldId="429"/>
        </pc:sldMkLst>
        <pc:spChg chg="mod ord">
          <ac:chgData name="Uwe Ricken" userId="f02567aecbed924b" providerId="LiveId" clId="{E77B627B-1F43-41A9-9F24-D4BB31BF6050}" dt="2025-11-22T11:42:13.931" v="3886" actId="700"/>
          <ac:spMkLst>
            <pc:docMk/>
            <pc:sldMk cId="1011519217" sldId="429"/>
            <ac:spMk id="2" creationId="{E8D1E160-C74E-2CA0-6B5A-12A5FFCC7306}"/>
          </ac:spMkLst>
        </pc:spChg>
        <pc:spChg chg="add mod ord">
          <ac:chgData name="Uwe Ricken" userId="f02567aecbed924b" providerId="LiveId" clId="{E77B627B-1F43-41A9-9F24-D4BB31BF6050}" dt="2025-11-22T11:59:52.434" v="4015" actId="555"/>
          <ac:spMkLst>
            <pc:docMk/>
            <pc:sldMk cId="1011519217" sldId="429"/>
            <ac:spMk id="5" creationId="{6933621A-A748-DF55-ADF4-6DD8ECB729CB}"/>
          </ac:spMkLst>
        </pc:spChg>
        <pc:spChg chg="add mod ord">
          <ac:chgData name="Uwe Ricken" userId="f02567aecbed924b" providerId="LiveId" clId="{E77B627B-1F43-41A9-9F24-D4BB31BF6050}" dt="2025-11-25T07:31:03.046" v="5010" actId="33524"/>
          <ac:spMkLst>
            <pc:docMk/>
            <pc:sldMk cId="1011519217" sldId="429"/>
            <ac:spMk id="6" creationId="{CAF05F25-924C-33D0-7249-982C9965414A}"/>
          </ac:spMkLst>
        </pc:spChg>
        <pc:spChg chg="add mod ord">
          <ac:chgData name="Uwe Ricken" userId="f02567aecbed924b" providerId="LiveId" clId="{E77B627B-1F43-41A9-9F24-D4BB31BF6050}" dt="2025-11-22T12:01:00.100" v="4019" actId="167"/>
          <ac:spMkLst>
            <pc:docMk/>
            <pc:sldMk cId="1011519217" sldId="429"/>
            <ac:spMk id="10" creationId="{FB24D7C2-409C-4560-EA66-3EFF55791959}"/>
          </ac:spMkLst>
        </pc:spChg>
      </pc:sldChg>
      <pc:sldChg chg="addSp modSp new mod">
        <pc:chgData name="Uwe Ricken" userId="f02567aecbed924b" providerId="LiveId" clId="{E77B627B-1F43-41A9-9F24-D4BB31BF6050}" dt="2025-11-25T07:38:19.005" v="5081" actId="113"/>
        <pc:sldMkLst>
          <pc:docMk/>
          <pc:sldMk cId="3381418313" sldId="430"/>
        </pc:sldMkLst>
        <pc:spChg chg="mod">
          <ac:chgData name="Uwe Ricken" userId="f02567aecbed924b" providerId="LiveId" clId="{E77B627B-1F43-41A9-9F24-D4BB31BF6050}" dt="2025-11-25T07:38:19.005" v="5081" actId="113"/>
          <ac:spMkLst>
            <pc:docMk/>
            <pc:sldMk cId="3381418313" sldId="430"/>
            <ac:spMk id="2" creationId="{A92434B9-0BE4-FC0C-4B58-A1174CE657B7}"/>
          </ac:spMkLst>
        </pc:spChg>
        <pc:spChg chg="mod">
          <ac:chgData name="Uwe Ricken" userId="f02567aecbed924b" providerId="LiveId" clId="{E77B627B-1F43-41A9-9F24-D4BB31BF6050}" dt="2025-11-22T12:31:04.333" v="4076"/>
          <ac:spMkLst>
            <pc:docMk/>
            <pc:sldMk cId="3381418313" sldId="430"/>
            <ac:spMk id="3" creationId="{6EF99C71-57A5-4350-6757-7B7D8E71C7F5}"/>
          </ac:spMkLst>
        </pc:spChg>
        <pc:spChg chg="mod">
          <ac:chgData name="Uwe Ricken" userId="f02567aecbed924b" providerId="LiveId" clId="{E77B627B-1F43-41A9-9F24-D4BB31BF6050}" dt="2025-11-22T12:24:14.846" v="4047" actId="20577"/>
          <ac:spMkLst>
            <pc:docMk/>
            <pc:sldMk cId="3381418313" sldId="430"/>
            <ac:spMk id="4" creationId="{4C039ED6-7DC8-9A29-523A-1E0F58F77802}"/>
          </ac:spMkLst>
        </pc:spChg>
      </pc:sldChg>
      <pc:sldChg chg="modSp new mod">
        <pc:chgData name="Uwe Ricken" userId="f02567aecbed924b" providerId="LiveId" clId="{E77B627B-1F43-41A9-9F24-D4BB31BF6050}" dt="2025-11-25T07:40:11.621" v="5091" actId="20577"/>
        <pc:sldMkLst>
          <pc:docMk/>
          <pc:sldMk cId="1972354757" sldId="431"/>
        </pc:sldMkLst>
        <pc:spChg chg="mod">
          <ac:chgData name="Uwe Ricken" userId="f02567aecbed924b" providerId="LiveId" clId="{E77B627B-1F43-41A9-9F24-D4BB31BF6050}" dt="2025-11-25T07:40:11.621" v="5091" actId="20577"/>
          <ac:spMkLst>
            <pc:docMk/>
            <pc:sldMk cId="1972354757" sldId="431"/>
            <ac:spMk id="2" creationId="{9BC8BAA4-0E07-D593-5BA3-AF71BC2FB584}"/>
          </ac:spMkLst>
        </pc:spChg>
        <pc:spChg chg="mod">
          <ac:chgData name="Uwe Ricken" userId="f02567aecbed924b" providerId="LiveId" clId="{E77B627B-1F43-41A9-9F24-D4BB31BF6050}" dt="2025-11-22T12:43:38.948" v="4224" actId="113"/>
          <ac:spMkLst>
            <pc:docMk/>
            <pc:sldMk cId="1972354757" sldId="431"/>
            <ac:spMk id="3" creationId="{A34C714A-9872-0468-1A7C-F12863D4BA19}"/>
          </ac:spMkLst>
        </pc:spChg>
        <pc:spChg chg="mod">
          <ac:chgData name="Uwe Ricken" userId="f02567aecbed924b" providerId="LiveId" clId="{E77B627B-1F43-41A9-9F24-D4BB31BF6050}" dt="2025-11-22T12:41:47.746" v="4186" actId="20577"/>
          <ac:spMkLst>
            <pc:docMk/>
            <pc:sldMk cId="1972354757" sldId="431"/>
            <ac:spMk id="4" creationId="{8041BB87-5789-9DFD-1280-45DD969DF0F1}"/>
          </ac:spMkLst>
        </pc:spChg>
      </pc:sldChg>
      <pc:sldChg chg="modSp new mod">
        <pc:chgData name="Uwe Ricken" userId="f02567aecbed924b" providerId="LiveId" clId="{E77B627B-1F43-41A9-9F24-D4BB31BF6050}" dt="2025-11-22T13:18:23.432" v="4456" actId="20577"/>
        <pc:sldMkLst>
          <pc:docMk/>
          <pc:sldMk cId="822530120" sldId="432"/>
        </pc:sldMkLst>
        <pc:spChg chg="mod">
          <ac:chgData name="Uwe Ricken" userId="f02567aecbed924b" providerId="LiveId" clId="{E77B627B-1F43-41A9-9F24-D4BB31BF6050}" dt="2025-11-22T13:18:23.432" v="4456" actId="20577"/>
          <ac:spMkLst>
            <pc:docMk/>
            <pc:sldMk cId="822530120" sldId="432"/>
            <ac:spMk id="3" creationId="{42C02DD7-C488-832A-F723-7B0A6F34F04E}"/>
          </ac:spMkLst>
        </pc:spChg>
        <pc:spChg chg="mod">
          <ac:chgData name="Uwe Ricken" userId="f02567aecbed924b" providerId="LiveId" clId="{E77B627B-1F43-41A9-9F24-D4BB31BF6050}" dt="2025-11-22T13:05:03.450" v="4291" actId="20577"/>
          <ac:spMkLst>
            <pc:docMk/>
            <pc:sldMk cId="822530120" sldId="432"/>
            <ac:spMk id="4" creationId="{E5C1490E-AEE7-DDB1-4114-9372F3851F27}"/>
          </ac:spMkLst>
        </pc:spChg>
      </pc:sldChg>
      <pc:sldChg chg="modSp new mod">
        <pc:chgData name="Uwe Ricken" userId="f02567aecbed924b" providerId="LiveId" clId="{E77B627B-1F43-41A9-9F24-D4BB31BF6050}" dt="2025-11-22T13:33:06.825" v="4794" actId="207"/>
        <pc:sldMkLst>
          <pc:docMk/>
          <pc:sldMk cId="2983841310" sldId="433"/>
        </pc:sldMkLst>
        <pc:spChg chg="mod">
          <ac:chgData name="Uwe Ricken" userId="f02567aecbed924b" providerId="LiveId" clId="{E77B627B-1F43-41A9-9F24-D4BB31BF6050}" dt="2025-11-22T13:33:06.825" v="4794" actId="207"/>
          <ac:spMkLst>
            <pc:docMk/>
            <pc:sldMk cId="2983841310" sldId="433"/>
            <ac:spMk id="2" creationId="{83A9E5C3-5BA3-A9A9-59DC-5D85796181EE}"/>
          </ac:spMkLst>
        </pc:spChg>
        <pc:spChg chg="mod">
          <ac:chgData name="Uwe Ricken" userId="f02567aecbed924b" providerId="LiveId" clId="{E77B627B-1F43-41A9-9F24-D4BB31BF6050}" dt="2025-11-22T13:31:12.566" v="4720" actId="20577"/>
          <ac:spMkLst>
            <pc:docMk/>
            <pc:sldMk cId="2983841310" sldId="433"/>
            <ac:spMk id="3" creationId="{30154C5D-2C7A-6AE4-17F4-600D79A14515}"/>
          </ac:spMkLst>
        </pc:spChg>
        <pc:spChg chg="mod">
          <ac:chgData name="Uwe Ricken" userId="f02567aecbed924b" providerId="LiveId" clId="{E77B627B-1F43-41A9-9F24-D4BB31BF6050}" dt="2025-11-22T13:22:08.584" v="4481" actId="20577"/>
          <ac:spMkLst>
            <pc:docMk/>
            <pc:sldMk cId="2983841310" sldId="433"/>
            <ac:spMk id="4" creationId="{CD648317-435A-180C-D87C-26516F9BE07B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22T13:36:00.572" v="4904" actId="122"/>
        <pc:sldMkLst>
          <pc:docMk/>
          <pc:sldMk cId="4007962686" sldId="434"/>
        </pc:sldMkLst>
        <pc:spChg chg="add mod">
          <ac:chgData name="Uwe Ricken" userId="f02567aecbed924b" providerId="LiveId" clId="{E77B627B-1F43-41A9-9F24-D4BB31BF6050}" dt="2025-11-22T13:36:00.572" v="4904" actId="122"/>
          <ac:spMkLst>
            <pc:docMk/>
            <pc:sldMk cId="4007962686" sldId="434"/>
            <ac:spMk id="5" creationId="{B926A254-AF15-B0EC-47BC-C2CE6A48BF61}"/>
          </ac:spMkLst>
        </pc:spChg>
      </pc:sldChg>
      <pc:sldChg chg="addSp delSp modSp new mod modClrScheme chgLayout">
        <pc:chgData name="Uwe Ricken" userId="f02567aecbed924b" providerId="LiveId" clId="{E77B627B-1F43-41A9-9F24-D4BB31BF6050}" dt="2025-11-22T17:42:47.888" v="5007" actId="20577"/>
        <pc:sldMkLst>
          <pc:docMk/>
          <pc:sldMk cId="850592375" sldId="435"/>
        </pc:sldMkLst>
        <pc:spChg chg="add mod">
          <ac:chgData name="Uwe Ricken" userId="f02567aecbed924b" providerId="LiveId" clId="{E77B627B-1F43-41A9-9F24-D4BB31BF6050}" dt="2025-11-22T17:42:47.888" v="5007" actId="20577"/>
          <ac:spMkLst>
            <pc:docMk/>
            <pc:sldMk cId="850592375" sldId="435"/>
            <ac:spMk id="2" creationId="{EE8D70A9-F6A6-413F-F29D-EEF2B76F991F}"/>
          </ac:spMkLst>
        </pc:spChg>
        <pc:spChg chg="add mod">
          <ac:chgData name="Uwe Ricken" userId="f02567aecbed924b" providerId="LiveId" clId="{E77B627B-1F43-41A9-9F24-D4BB31BF6050}" dt="2025-11-22T14:33:20.471" v="4989" actId="313"/>
          <ac:spMkLst>
            <pc:docMk/>
            <pc:sldMk cId="850592375" sldId="435"/>
            <ac:spMk id="3" creationId="{37706F43-DD87-5C59-1029-962D59D75B87}"/>
          </ac:spMkLst>
        </pc:spChg>
        <pc:picChg chg="add mod ord">
          <ac:chgData name="Uwe Ricken" userId="f02567aecbed924b" providerId="LiveId" clId="{E77B627B-1F43-41A9-9F24-D4BB31BF6050}" dt="2025-11-22T14:33:57.312" v="4990" actId="22"/>
          <ac:picMkLst>
            <pc:docMk/>
            <pc:sldMk cId="850592375" sldId="435"/>
            <ac:picMk id="6" creationId="{A8E7651D-7937-CAB5-F77E-208C7A3D3899}"/>
          </ac:picMkLst>
        </pc:picChg>
      </pc:sldChg>
      <pc:sldChg chg="new">
        <pc:chgData name="Uwe Ricken" userId="f02567aecbed924b" providerId="LiveId" clId="{E77B627B-1F43-41A9-9F24-D4BB31BF6050}" dt="2025-11-22T17:42:53.469" v="5008" actId="680"/>
        <pc:sldMkLst>
          <pc:docMk/>
          <pc:sldMk cId="2924377165" sldId="436"/>
        </pc:sldMkLst>
      </pc:sldChg>
      <pc:sldMasterChg chg="mod modSldLayout">
        <pc:chgData name="Uwe Ricken" userId="f02567aecbed924b" providerId="LiveId" clId="{E77B627B-1F43-41A9-9F24-D4BB31BF6050}" dt="2025-10-30T14:07:27.447" v="1678" actId="113"/>
        <pc:sldMasterMkLst>
          <pc:docMk/>
          <pc:sldMasterMk cId="1529825725" sldId="2147483689"/>
        </pc:sldMasterMkLst>
        <pc:sldLayoutChg chg="modSp">
          <pc:chgData name="Uwe Ricken" userId="f02567aecbed924b" providerId="LiveId" clId="{E77B627B-1F43-41A9-9F24-D4BB31BF6050}" dt="2025-10-30T14:07:27.447" v="1678" actId="113"/>
          <pc:sldLayoutMkLst>
            <pc:docMk/>
            <pc:sldMasterMk cId="1529825725" sldId="2147483689"/>
            <pc:sldLayoutMk cId="3756590738" sldId="2147483695"/>
          </pc:sldLayoutMkLst>
          <pc:spChg chg="mod">
            <ac:chgData name="Uwe Ricken" userId="f02567aecbed924b" providerId="LiveId" clId="{E77B627B-1F43-41A9-9F24-D4BB31BF6050}" dt="2025-10-30T14:07:27.447" v="1678" actId="113"/>
            <ac:spMkLst>
              <pc:docMk/>
              <pc:sldMasterMk cId="1529825725" sldId="2147483689"/>
              <pc:sldLayoutMk cId="3756590738" sldId="2147483695"/>
              <ac:spMk id="4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63C78-F46A-42B2-BCDE-B4D920D39058}" type="datetimeFigureOut">
              <a:rPr lang="de-DE" smtClean="0"/>
              <a:t>25.11.2025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5F965-EADC-41B6-9D17-C184A12BE1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44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165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3285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421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5150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2729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9163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1" y="449032"/>
            <a:ext cx="9037240" cy="1108307"/>
          </a:xfrm>
          <a:prstGeom prst="rect">
            <a:avLst/>
          </a:prstGeom>
        </p:spPr>
        <p:txBody>
          <a:bodyPr anchor="ctr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5360" y="1665288"/>
            <a:ext cx="5664629" cy="464403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12" y="1665288"/>
            <a:ext cx="5664629" cy="4644032"/>
          </a:xfrm>
        </p:spPr>
        <p:txBody>
          <a:bodyPr>
            <a:normAutofit/>
          </a:bodyPr>
          <a:lstStyle>
            <a:lvl1pPr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56590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09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db-berater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 err="1"/>
              <a:t>Planung</a:t>
            </a:r>
            <a:r>
              <a:rPr lang="en-US" sz="1000" b="1" noProof="0" dirty="0"/>
              <a:t> – Installation</a:t>
            </a:r>
            <a:r>
              <a:rPr lang="en-US" sz="1000" b="1" baseline="0" noProof="0" dirty="0"/>
              <a:t> – </a:t>
            </a:r>
            <a:r>
              <a:rPr lang="en-US" sz="1000" b="1" baseline="0" noProof="0" dirty="0" err="1"/>
              <a:t>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9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2025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</p:spTree>
    <p:extLst>
      <p:ext uri="{BB962C8B-B14F-4D97-AF65-F5344CB8AC3E}">
        <p14:creationId xmlns:p14="http://schemas.microsoft.com/office/powerpoint/2010/main" val="1529825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ikEJ/SqlQueryStress" TargetMode="External"/><Relationship Id="rId2" Type="http://schemas.openxmlformats.org/officeDocument/2006/relationships/hyperlink" Target="https://db-berater.de/downloads/ERP_Demo_2012.bak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o.microsoft.com/fwlink/?linkid=2220149&amp;clcid=0x407&amp;culture=de-de&amp;country=de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3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challenges.d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amy.com/stock-photo/visible-women.html?imgt=8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Debunk Myths About CTE</a:t>
            </a:r>
            <a:br>
              <a:rPr lang="en-US" dirty="0"/>
            </a:b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A practical guide to understand and demystify</a:t>
            </a:r>
            <a:b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Common Table Expressions in SQL Servers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Uwe Ricken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337072" y="4389107"/>
            <a:ext cx="11325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>
                <a:solidFill>
                  <a:srgbClr val="165364"/>
                </a:solidFill>
                <a:latin typeface="verdana" panose="020B0604030504040204" pitchFamily="34" charset="0"/>
              </a:rPr>
              <a:t>tba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406771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66F59-B715-4CE2-83DF-6D035DD5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Links for this Session/Workshop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7BD7-7924-41DC-BF8D-0990B5F3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Scripts and Slide Decks</a:t>
            </a:r>
            <a:br>
              <a:rPr lang="en-US" noProof="0" dirty="0"/>
            </a:br>
            <a:r>
              <a:rPr lang="en-US" noProof="0" dirty="0"/>
              <a:t>tba</a:t>
            </a:r>
          </a:p>
          <a:p>
            <a:endParaRPr lang="en-US" noProof="0" dirty="0"/>
          </a:p>
          <a:p>
            <a:r>
              <a:rPr lang="en-US" noProof="0" dirty="0"/>
              <a:t>ERP Demo Database (17.00 GB)</a:t>
            </a:r>
            <a:br>
              <a:rPr lang="en-US" noProof="0" dirty="0"/>
            </a:br>
            <a:r>
              <a:rPr lang="en-US" noProof="0" dirty="0">
                <a:hlinkClick r:id="rId2"/>
              </a:rPr>
              <a:t>https://db-berater.de/downloads/ERP_Demo_2012.bak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SQLQueryStress</a:t>
            </a:r>
            <a:br>
              <a:rPr lang="en-US" noProof="0" dirty="0"/>
            </a:br>
            <a:r>
              <a:rPr lang="en-US" noProof="0" dirty="0">
                <a:hlinkClick r:id="rId3"/>
              </a:rPr>
              <a:t>https://github.com/ErikEJ/SqlQueryStress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Windows Admin Center</a:t>
            </a:r>
            <a:br>
              <a:rPr lang="en-US" noProof="0" dirty="0"/>
            </a:br>
            <a:r>
              <a:rPr lang="en-US" noProof="0" dirty="0">
                <a:hlinkClick r:id="rId4"/>
              </a:rPr>
              <a:t>https://go.microsoft.com/fwlink/?linkid=2220149</a:t>
            </a:r>
            <a:endParaRPr lang="en-US" noProof="0" dirty="0"/>
          </a:p>
          <a:p>
            <a:endParaRPr lang="en-US" noProof="0" dirty="0"/>
          </a:p>
        </p:txBody>
      </p:sp>
      <p:pic>
        <p:nvPicPr>
          <p:cNvPr id="5" name="Grafik 4" descr="Ein Bild, das Muster, Quadrat, Symmetrie, Kunst enthält.&#10;&#10;KI-generierte Inhalte können fehlerhaft sein.">
            <a:extLst>
              <a:ext uri="{FF2B5EF4-FFF2-40B4-BE49-F238E27FC236}">
                <a16:creationId xmlns:a16="http://schemas.microsoft.com/office/drawing/2014/main" id="{9108A44B-F187-3775-CA07-B505E7EC87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5278" y="4347184"/>
            <a:ext cx="1890104" cy="189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6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Uwe Ricken</a:t>
            </a:r>
            <a:br>
              <a:rPr lang="de-DE" dirty="0"/>
            </a:br>
            <a:r>
              <a:rPr lang="de-DE" sz="1800" b="0" dirty="0"/>
              <a:t>db </a:t>
            </a:r>
            <a:r>
              <a:rPr lang="de-DE" sz="1800" b="0" dirty="0">
                <a:solidFill>
                  <a:schemeClr val="tx1"/>
                </a:solidFill>
              </a:rPr>
              <a:t>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 am working with IT-systems since early 1990's and with the main focus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 </a:t>
            </a:r>
            <a:r>
              <a:rPr lang="en-US" sz="1400" dirty="0"/>
              <a:t>since version 6.0. I started with development of database applications in 1998 with a professional CRM-System based on Microsoft products (Microsoft Office and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).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Since 2008 I'm focused exclusively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 and working in 3rd level support teams for banks, insurances and global industries.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Since May 2013 I am a </a:t>
            </a:r>
            <a:r>
              <a:rPr lang="en-US" sz="1400" b="1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400" dirty="0"/>
              <a:t>which was an amazing way into the depth of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In July 2013 I have been awarded with the MVP Award for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  <a:endParaRPr lang="de-DE" sz="1400" dirty="0"/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www</a:t>
            </a:r>
            <a:r>
              <a:rPr lang="de-DE" sz="1400" dirty="0"/>
              <a:t>:	</a:t>
            </a:r>
            <a:r>
              <a:rPr lang="de-DE" sz="1400" dirty="0">
                <a:hlinkClick r:id="rId2"/>
              </a:rPr>
              <a:t>http://www.db-berater.de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email</a:t>
            </a:r>
            <a:r>
              <a:rPr lang="de-DE" sz="1400" dirty="0"/>
              <a:t>:	</a:t>
            </a:r>
            <a:r>
              <a:rPr lang="de-DE" sz="1400" dirty="0">
                <a:hlinkClick r:id="rId3"/>
              </a:rPr>
              <a:t>uwe.ricken@db-berater.de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blog</a:t>
            </a:r>
            <a:r>
              <a:rPr lang="de-DE" sz="1400" dirty="0"/>
              <a:t>:	</a:t>
            </a:r>
            <a:r>
              <a:rPr lang="de-DE" sz="1400" dirty="0">
                <a:hlinkClick r:id="rId4"/>
              </a:rPr>
              <a:t>http://www.sqlmaster.de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BlueSky</a:t>
            </a:r>
            <a:r>
              <a:rPr lang="de-DE" sz="1400" dirty="0"/>
              <a:t>:	</a:t>
            </a:r>
            <a:r>
              <a:rPr lang="de-DE" sz="1400" dirty="0">
                <a:hlinkClick r:id="rId5"/>
              </a:rPr>
              <a:t>@sqlbambi</a:t>
            </a:r>
            <a:endParaRPr lang="de-DE" sz="14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3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2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41E920-2BA9-C6AC-D645-F3BC0BF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66" y="2149215"/>
            <a:ext cx="6488975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5F1E84-96EA-2FC2-EB23-C97E371D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Get a challenge at least once a month</a:t>
            </a:r>
          </a:p>
          <a:p>
            <a:r>
              <a:rPr lang="en-US" dirty="0"/>
              <a:t>Connect to a provided SQL Server Instance</a:t>
            </a:r>
          </a:p>
          <a:p>
            <a:r>
              <a:rPr lang="en-US" dirty="0"/>
              <a:t>Load the challenge scenario</a:t>
            </a:r>
          </a:p>
          <a:p>
            <a:r>
              <a:rPr lang="en-US" dirty="0"/>
              <a:t>Try to solve it</a:t>
            </a:r>
          </a:p>
          <a:p>
            <a:r>
              <a:rPr lang="en-US" dirty="0"/>
              <a:t>Blog about your solution</a:t>
            </a:r>
          </a:p>
          <a:p>
            <a:r>
              <a:rPr lang="en-US" dirty="0"/>
              <a:t>Leave a link in the comments of the challenge to your blog post.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https://sqlchallenges.de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F77BBF-034A-A53E-C4B8-E4039AC9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Challenge SQL Server real 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92011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E87E643-62FC-1B56-217D-ACA8E6C4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EF2F26D-4026-DE87-2C02-3CD1245B2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Query Execution Phases</a:t>
            </a:r>
          </a:p>
          <a:p>
            <a:r>
              <a:rPr lang="en-US" dirty="0"/>
              <a:t>Introduction to Common Table Expressions (CTEs)</a:t>
            </a:r>
          </a:p>
          <a:p>
            <a:r>
              <a:rPr lang="en-US" dirty="0"/>
              <a:t>Myths about CTEs</a:t>
            </a:r>
          </a:p>
          <a:p>
            <a:r>
              <a:rPr lang="en-US" dirty="0"/>
              <a:t>Why CTEs Matter: Use Cases and Syntax</a:t>
            </a:r>
          </a:p>
          <a:p>
            <a:r>
              <a:rPr lang="en-US" dirty="0"/>
              <a:t>Execution Plan Deep Dive: What really happens</a:t>
            </a:r>
          </a:p>
          <a:p>
            <a:r>
              <a:rPr lang="en-US" dirty="0"/>
              <a:t>Performance Benchmarks and Comparisons</a:t>
            </a:r>
          </a:p>
          <a:p>
            <a:r>
              <a:rPr lang="en-US" dirty="0"/>
              <a:t>Best Practices for using CTEs effectively</a:t>
            </a:r>
          </a:p>
          <a:p>
            <a:r>
              <a:rPr lang="en-US" dirty="0"/>
              <a:t>Q &amp; A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9031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0EADB8C-451A-AA0C-C644-63BCE0DAAB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Query Execution Phases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8FAB420C-9852-8B4C-9DBB-71E91C907A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Parsing to Optimization</a:t>
            </a:r>
          </a:p>
        </p:txBody>
      </p:sp>
    </p:spTree>
    <p:extLst>
      <p:ext uri="{BB962C8B-B14F-4D97-AF65-F5344CB8AC3E}">
        <p14:creationId xmlns:p14="http://schemas.microsoft.com/office/powerpoint/2010/main" val="17572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4164C-EC4B-E1E0-4C90-B188FFF1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Readability and Modularity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606998-387C-1015-3B44-3FB94733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1665288"/>
            <a:ext cx="11521281" cy="4644032"/>
          </a:xfrm>
        </p:spPr>
        <p:txBody>
          <a:bodyPr/>
          <a:lstStyle/>
          <a:p>
            <a:r>
              <a:rPr lang="en-US" dirty="0"/>
              <a:t>SQL IS A DECLARATIVE PROGRAMMING LANGUAGE</a:t>
            </a:r>
          </a:p>
          <a:p>
            <a:pPr lvl="1"/>
            <a:r>
              <a:rPr lang="en-US" dirty="0"/>
              <a:t>You specify the desired result, not the step-by-step procedure.</a:t>
            </a:r>
          </a:p>
          <a:p>
            <a:pPr lvl="1"/>
            <a:r>
              <a:rPr lang="en-US" dirty="0"/>
              <a:t>The Query Optimizer decides the execution strategy (e.g., optimization, parallelism).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704498ED-15E6-9715-4F6A-1A84520B4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4242" y="2835720"/>
            <a:ext cx="5362399" cy="347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1400" noProof="1"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</a:p>
          <a:p>
            <a:pPr marL="0" indent="0">
              <a:buNone/>
            </a:pP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</a:t>
            </a:r>
          </a:p>
          <a:p>
            <a:pPr marL="0" indent="0">
              <a:buNone/>
            </a:pP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  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 </a:t>
            </a: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</a:t>
            </a:r>
          </a:p>
          <a:p>
            <a:pPr marL="0" indent="0">
              <a:buNone/>
            </a:pP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INNER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dbo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nations </a:t>
            </a: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</a:t>
            </a:r>
          </a:p>
          <a:p>
            <a:pPr marL="0" indent="0">
              <a:buNone/>
            </a:pP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ON 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c_nationkey 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n_nationkey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INNER JOIN 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dbo.regions </a:t>
            </a: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noProof="1">
                <a:highlight>
                  <a:srgbClr val="FFFFFF"/>
                </a:highlight>
                <a:latin typeface="Cascadia Mono" panose="020B0609020000020004" pitchFamily="49" charset="0"/>
              </a:rPr>
              <a:t>r</a:t>
            </a:r>
          </a:p>
          <a:p>
            <a:pPr marL="0" indent="0">
              <a:buNone/>
            </a:pP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ON 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n_regionkey 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r_regionkey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400" noProof="1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noProof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 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c_mktsegment 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noProof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'AUTOMOBILE’</a:t>
            </a:r>
            <a:endParaRPr lang="en-US" sz="1400" noProof="1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AND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n_name 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noProof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noProof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'Slovenia’</a:t>
            </a:r>
            <a:r>
              <a:rPr lang="en-US" sz="1400" noProof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400" noProof="1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470EA87-089E-5839-85E6-C97619217D25}"/>
              </a:ext>
            </a:extLst>
          </p:cNvPr>
          <p:cNvGrpSpPr/>
          <p:nvPr/>
        </p:nvGrpSpPr>
        <p:grpSpPr>
          <a:xfrm>
            <a:off x="334963" y="2835720"/>
            <a:ext cx="6059164" cy="3137915"/>
            <a:chOff x="334963" y="2835720"/>
            <a:chExt cx="6059164" cy="3137915"/>
          </a:xfrm>
        </p:grpSpPr>
        <p:pic>
          <p:nvPicPr>
            <p:cNvPr id="10" name="Grafik 9" descr="Ein Bild, das Zeichnung, Entwurf, Clipart, Darstellung enthält.&#10;&#10;KI-generierte Inhalte können fehlerhaft sein.">
              <a:extLst>
                <a:ext uri="{FF2B5EF4-FFF2-40B4-BE49-F238E27FC236}">
                  <a16:creationId xmlns:a16="http://schemas.microsoft.com/office/drawing/2014/main" id="{3750A2FC-925D-AEB7-626C-89A6D15EC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 b="7751"/>
            <a:stretch>
              <a:fillRect/>
            </a:stretch>
          </p:blipFill>
          <p:spPr>
            <a:xfrm>
              <a:off x="334963" y="2835720"/>
              <a:ext cx="3962400" cy="3137915"/>
            </a:xfrm>
            <a:prstGeom prst="rect">
              <a:avLst/>
            </a:prstGeom>
          </p:spPr>
        </p:pic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04EA366-18DB-DB7E-93AC-50CB557C8A28}"/>
                </a:ext>
              </a:extLst>
            </p:cNvPr>
            <p:cNvSpPr/>
            <p:nvPr/>
          </p:nvSpPr>
          <p:spPr>
            <a:xfrm>
              <a:off x="3116969" y="3597530"/>
              <a:ext cx="1180394" cy="10412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prechblase: oval 11">
              <a:extLst>
                <a:ext uri="{FF2B5EF4-FFF2-40B4-BE49-F238E27FC236}">
                  <a16:creationId xmlns:a16="http://schemas.microsoft.com/office/drawing/2014/main" id="{5D9D4079-99C0-13A9-A0A9-2D319FE8229C}"/>
                </a:ext>
              </a:extLst>
            </p:cNvPr>
            <p:cNvSpPr/>
            <p:nvPr/>
          </p:nvSpPr>
          <p:spPr>
            <a:xfrm>
              <a:off x="3210412" y="2976806"/>
              <a:ext cx="3183715" cy="2482896"/>
            </a:xfrm>
            <a:prstGeom prst="wedgeEllipseCallout">
              <a:avLst>
                <a:gd name="adj1" fmla="val -62377"/>
                <a:gd name="adj2" fmla="val 2743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Give me the customer key and customer name from customers in </a:t>
              </a:r>
              <a:r>
                <a:rPr lang="en-US" b="1" dirty="0"/>
                <a:t>Slovenia</a:t>
              </a:r>
              <a:r>
                <a:rPr lang="en-US" dirty="0"/>
                <a:t> in </a:t>
              </a:r>
              <a:r>
                <a:rPr lang="en-US" b="1" dirty="0"/>
                <a:t>Europe</a:t>
              </a:r>
              <a:r>
                <a:rPr lang="en-US" dirty="0"/>
                <a:t> which are in the market segment “</a:t>
              </a:r>
              <a:r>
                <a:rPr lang="en-US" b="1" dirty="0"/>
                <a:t>AUTOMOBILE</a:t>
              </a:r>
              <a:r>
                <a:rPr lang="en-US" dirty="0"/>
                <a:t>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511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01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2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03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104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1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402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FB24D7C2-409C-4560-EA66-3EFF55791959}"/>
              </a:ext>
            </a:extLst>
          </p:cNvPr>
          <p:cNvSpPr txBox="1"/>
          <p:nvPr/>
        </p:nvSpPr>
        <p:spPr>
          <a:xfrm>
            <a:off x="5368065" y="1678742"/>
            <a:ext cx="64889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LogOp_Project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[c].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c_custkey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[c].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c_name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LogOp_Select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LogOp_Join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LogOp_Join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LogOp_Get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TBL: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dbo.customers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(alias TBL: c)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LogOp_Get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TBL: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dbo.nations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(alias TBL: n)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ScaOp_Comp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x_cmpEq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[c].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c_nationkey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[n].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n_nationkey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LogOp_Get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TBL: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dbo.regions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(alias TBL: r)</a:t>
            </a: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ScaOp_Comp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x_cmpEq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[n].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n_regionkey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[r].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r_regionkey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...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33621A-A748-DF55-ADF4-6DD8ECB72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INNER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JOIN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nations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n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c_nationkey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n_nationkey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INNER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JOIN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regions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r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n_regionkey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r_regionkey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c_mktsegment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'AUTOMOBILE’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AND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n_name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'Slovenia'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AF05F25-924C-33D0-7249-982C99654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PARSING</a:t>
            </a:r>
          </a:p>
          <a:p>
            <a:r>
              <a:rPr lang="en-US" dirty="0"/>
              <a:t>Parsing is breaking down the query into a structured form, checking its syntax and semantics before it can be optimized and executed.</a:t>
            </a:r>
          </a:p>
          <a:p>
            <a:r>
              <a:rPr lang="en-US" dirty="0"/>
              <a:t>Syntax Check</a:t>
            </a:r>
          </a:p>
          <a:p>
            <a:pPr lvl="1"/>
            <a:r>
              <a:rPr lang="en-US" dirty="0"/>
              <a:t>The database verifies that the SQL statement follows the correct grammar rules.</a:t>
            </a:r>
          </a:p>
          <a:p>
            <a:r>
              <a:rPr lang="en-US" dirty="0"/>
              <a:t>Semantic Check</a:t>
            </a:r>
          </a:p>
          <a:p>
            <a:pPr lvl="1"/>
            <a:r>
              <a:rPr lang="en-US" dirty="0"/>
              <a:t>Beyond grammar, the parser checks whether the objects referenced exists</a:t>
            </a:r>
          </a:p>
          <a:p>
            <a:r>
              <a:rPr lang="en-US" dirty="0"/>
              <a:t>Results in a Parse Tree</a:t>
            </a:r>
          </a:p>
          <a:p>
            <a:pPr lvl="1"/>
            <a:r>
              <a:rPr lang="en-US" dirty="0"/>
              <a:t>The query is transformed into a data structure (often called a parse tree or query tree) that represents the logical components of the SQL statement.</a:t>
            </a:r>
          </a:p>
          <a:p>
            <a:pPr lvl="1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D1E160-C74E-2CA0-6B5A-12A5FFCC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Parsing to Execution</a:t>
            </a:r>
          </a:p>
        </p:txBody>
      </p:sp>
    </p:spTree>
    <p:extLst>
      <p:ext uri="{BB962C8B-B14F-4D97-AF65-F5344CB8AC3E}">
        <p14:creationId xmlns:p14="http://schemas.microsoft.com/office/powerpoint/2010/main" val="101151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92434B9-0BE4-FC0C-4B58-A1174CE65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066" y="1678742"/>
            <a:ext cx="6823934" cy="4558548"/>
          </a:xfrm>
        </p:spPr>
        <p:txBody>
          <a:bodyPr>
            <a:no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LogOp_Project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[c].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c_custkey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[c].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c_name</a:t>
            </a:r>
            <a:b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LogOp_Select</a:t>
            </a:r>
            <a:b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LogOp_Join</a:t>
            </a:r>
            <a:b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LogOp_Join</a:t>
            </a:r>
            <a:b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LogOp_Get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TBL: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dbo.customers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(alias TBL: c)</a:t>
            </a:r>
            <a:b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LogOp_Get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TBL: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dbo.nations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(alias TBL: n)</a:t>
            </a:r>
            <a:b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ScaOp_Const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TI(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bit,ML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=1) XVAR(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bit,Not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Owned, Value=1)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LogOp_Get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TBL: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dbo.regions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(alias TBL: r)</a:t>
            </a:r>
            <a:b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ScaOp_Const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TI(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bit,ML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=1) XVAR(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bit,Not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Owned,Value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=1)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ScaOp_Logical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x_lopAnd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ScaOp_Comp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x_cmpEq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[c].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c_nationkey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[n].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n_nationkey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ScaOp_Comp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x_cmpEq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[n].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n_regionkey</a:t>
            </a:r>
            <a:b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[r].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r_regionkey</a:t>
            </a:r>
            <a:endParaRPr lang="en-US" sz="1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F99C71-57A5-4350-6757-7B7D8E71C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Binding</a:t>
            </a:r>
          </a:p>
          <a:p>
            <a:r>
              <a:rPr lang="en-US" dirty="0"/>
              <a:t>The </a:t>
            </a:r>
            <a:r>
              <a:rPr lang="en-US" b="1" dirty="0"/>
              <a:t>binding phase</a:t>
            </a:r>
            <a:r>
              <a:rPr lang="en-US" dirty="0"/>
              <a:t> is where SQL Server resolves all identifiers in a query</a:t>
            </a:r>
          </a:p>
          <a:p>
            <a:pPr lvl="1"/>
            <a:r>
              <a:rPr lang="en-US" dirty="0"/>
              <a:t>tables, columns, functions, and data types</a:t>
            </a:r>
          </a:p>
          <a:p>
            <a:pPr lvl="1"/>
            <a:r>
              <a:rPr lang="en-US" dirty="0"/>
              <a:t>against the database catalog, ensuring they exist, are valid, and accessible before optimization and execution.</a:t>
            </a:r>
          </a:p>
          <a:p>
            <a:r>
              <a:rPr lang="en-US" dirty="0"/>
              <a:t>Ensures that each column name exists in the specified table or view.</a:t>
            </a:r>
          </a:p>
          <a:p>
            <a:r>
              <a:rPr lang="en-US" dirty="0"/>
              <a:t>Determines the data types of expressions and columns.</a:t>
            </a:r>
          </a:p>
          <a:p>
            <a:r>
              <a:rPr lang="en-US" dirty="0"/>
              <a:t>Verifies that built-in or user-defined functions exist and that arguments match expected types.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C039ED6-7DC8-9A29-523A-1E0F58F7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Parsing to Execution</a:t>
            </a:r>
          </a:p>
        </p:txBody>
      </p:sp>
    </p:spTree>
    <p:extLst>
      <p:ext uri="{BB962C8B-B14F-4D97-AF65-F5344CB8AC3E}">
        <p14:creationId xmlns:p14="http://schemas.microsoft.com/office/powerpoint/2010/main" val="3381418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BC8BAA4-0E07-D593-5BA3-AF71BC2FB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066" y="1678742"/>
            <a:ext cx="6823934" cy="4558548"/>
          </a:xfrm>
        </p:spPr>
        <p:txBody>
          <a:bodyPr/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* FROM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ScaOp_Comp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x_cmpLe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ScaOp_Identifier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QCOL: [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dbo</a:t>
            </a:r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].[customers].</a:t>
            </a:r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c_custkey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ScaOp_Const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TI(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bigint,ML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=8) XVAR(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bigint,Not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Owned,Value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=10)</a:t>
            </a:r>
          </a:p>
          <a:p>
            <a:endParaRPr lang="en-US" dirty="0"/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 * FROM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 NOT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10);</a:t>
            </a:r>
          </a:p>
          <a:p>
            <a:endParaRPr lang="en-US" dirty="0"/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ScaOp_Comp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x_cmpLe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ScaOp_Identifier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QCOL: 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].[customers].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c_custkey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ScaOp_Const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TI(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bigint,ML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=8) XVAR(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bigint,Not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Owned,Value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=10)</a:t>
            </a:r>
          </a:p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4C714A-9872-0468-1A7C-F12863D4B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Normalization</a:t>
            </a:r>
          </a:p>
          <a:p>
            <a:r>
              <a:rPr lang="en-US" dirty="0"/>
              <a:t>After parsing and binding, SQL Server performs normalization:</a:t>
            </a:r>
          </a:p>
          <a:p>
            <a:pPr lvl="1"/>
            <a:r>
              <a:rPr lang="en-US" dirty="0"/>
              <a:t>Simplifies expressions</a:t>
            </a:r>
            <a:br>
              <a:rPr lang="en-US" dirty="0"/>
            </a:br>
            <a:r>
              <a:rPr lang="en-US" dirty="0"/>
              <a:t>(e.g., </a:t>
            </a:r>
            <a:r>
              <a:rPr lang="en-US" b="1" dirty="0"/>
              <a:t>WHERE NOT (A = B) </a:t>
            </a:r>
            <a:r>
              <a:rPr lang="en-US" dirty="0"/>
              <a:t>=&gt; </a:t>
            </a:r>
            <a:r>
              <a:rPr lang="en-US" b="1" dirty="0"/>
              <a:t>WHERE A &lt;&gt; B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Expands views and inline functions into their underlying definitions.</a:t>
            </a:r>
          </a:p>
          <a:p>
            <a:pPr lvl="1"/>
            <a:r>
              <a:rPr lang="en-US" dirty="0"/>
              <a:t>Applies logical rewrites to make the query tree more consistent for optimization.</a:t>
            </a:r>
          </a:p>
          <a:p>
            <a:pPr lvl="1"/>
            <a:r>
              <a:rPr lang="en-US" dirty="0"/>
              <a:t>Ensures equivalent queries are represented in a uniform internal form.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041BB87-5789-9DFD-1280-45DD969DF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Parsing to Execution</a:t>
            </a:r>
          </a:p>
        </p:txBody>
      </p:sp>
    </p:spTree>
    <p:extLst>
      <p:ext uri="{BB962C8B-B14F-4D97-AF65-F5344CB8AC3E}">
        <p14:creationId xmlns:p14="http://schemas.microsoft.com/office/powerpoint/2010/main" val="197235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3487FBF-D0EA-88B1-9727-168A0387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C02DD7-C488-832A-F723-7B0A6F34F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Optimization</a:t>
            </a:r>
          </a:p>
          <a:p>
            <a:r>
              <a:rPr lang="en-US" dirty="0"/>
              <a:t>The optimization phase is where the database engine decides how to execute your query most efficiently.</a:t>
            </a:r>
          </a:p>
          <a:p>
            <a:r>
              <a:rPr lang="en-US" dirty="0"/>
              <a:t>Parsing and binding tell SQL Server what you want, but optimization decides how to get it.</a:t>
            </a:r>
          </a:p>
          <a:p>
            <a:r>
              <a:rPr lang="en-US" dirty="0"/>
              <a:t>What happens during Optimization</a:t>
            </a:r>
          </a:p>
          <a:p>
            <a:pPr lvl="1"/>
            <a:r>
              <a:rPr lang="en-US" dirty="0"/>
              <a:t>Logical rewrites</a:t>
            </a:r>
          </a:p>
          <a:p>
            <a:pPr lvl="1"/>
            <a:r>
              <a:rPr lang="en-US" dirty="0"/>
              <a:t>Plan Alternatives Generation</a:t>
            </a:r>
          </a:p>
          <a:p>
            <a:pPr lvl="1"/>
            <a:r>
              <a:rPr lang="en-US" dirty="0"/>
              <a:t>Cost Estimation</a:t>
            </a:r>
          </a:p>
          <a:p>
            <a:pPr lvl="1"/>
            <a:r>
              <a:rPr lang="en-US" dirty="0"/>
              <a:t>Plan Selection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5C1490E-AEE7-DDB1-4114-9372F385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Parsing to Execution</a:t>
            </a:r>
          </a:p>
        </p:txBody>
      </p:sp>
    </p:spTree>
    <p:extLst>
      <p:ext uri="{BB962C8B-B14F-4D97-AF65-F5344CB8AC3E}">
        <p14:creationId xmlns:p14="http://schemas.microsoft.com/office/powerpoint/2010/main" val="82253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3A9E5C3-5BA3-A9A9-59DC-5D8579618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c_mktsegment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</a:p>
          <a:p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AND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US" sz="14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Rewritten by the Optimizer */</a:t>
            </a: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c_mktsegment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</a:t>
            </a: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10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lang="en-US" sz="14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154C5D-2C7A-6AE4-17F4-600D79A14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Rewriting</a:t>
            </a:r>
          </a:p>
          <a:p>
            <a:r>
              <a:rPr lang="en-US" dirty="0"/>
              <a:t>Rewrite refers to the set of logical transformations applied to the query tree before and during cost-based plan exploration.</a:t>
            </a:r>
          </a:p>
          <a:p>
            <a:r>
              <a:rPr lang="en-US" dirty="0"/>
              <a:t>These rewrites don’t change the result of the query. </a:t>
            </a:r>
          </a:p>
          <a:p>
            <a:r>
              <a:rPr lang="en-US" dirty="0"/>
              <a:t>They change its form so the optimizer can reason about it more effectively and potentially find cheaper execution strategies by applying rules.</a:t>
            </a:r>
          </a:p>
          <a:p>
            <a:pPr marL="0" indent="0">
              <a:buNone/>
            </a:pPr>
            <a:r>
              <a:rPr lang="en-US" b="1" dirty="0"/>
              <a:t>Examples for Rules</a:t>
            </a:r>
          </a:p>
          <a:p>
            <a:pPr>
              <a:tabLst>
                <a:tab pos="2155825" algn="l"/>
              </a:tabLst>
            </a:pPr>
            <a:r>
              <a:rPr lang="en-US" dirty="0" err="1"/>
              <a:t>SelPredNorm</a:t>
            </a:r>
            <a:r>
              <a:rPr lang="en-US" dirty="0"/>
              <a:t>:	Normalize selection predicates</a:t>
            </a:r>
          </a:p>
          <a:p>
            <a:pPr>
              <a:tabLst>
                <a:tab pos="2155825" algn="l"/>
              </a:tabLst>
            </a:pPr>
            <a:r>
              <a:rPr lang="en-US" dirty="0" err="1"/>
              <a:t>RemoveSubqInSel</a:t>
            </a:r>
            <a:r>
              <a:rPr lang="en-US" dirty="0"/>
              <a:t>:	Eliminates scalar subqueries</a:t>
            </a:r>
          </a:p>
          <a:p>
            <a:pPr>
              <a:tabLst>
                <a:tab pos="2155825" algn="l"/>
              </a:tabLst>
            </a:pPr>
            <a:r>
              <a:rPr lang="en-US" dirty="0" err="1"/>
              <a:t>SelOnTrue</a:t>
            </a:r>
            <a:r>
              <a:rPr lang="en-US" dirty="0"/>
              <a:t>:	Removes filters which always return “true”</a:t>
            </a:r>
          </a:p>
          <a:p>
            <a:pPr>
              <a:tabLst>
                <a:tab pos="2155825" algn="l"/>
              </a:tabLst>
            </a:pPr>
            <a:r>
              <a:rPr lang="en-US" dirty="0"/>
              <a:t>…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D648317-435A-180C-D87C-26516F9B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Rewrite (Optimization)</a:t>
            </a:r>
          </a:p>
        </p:txBody>
      </p:sp>
    </p:spTree>
    <p:extLst>
      <p:ext uri="{BB962C8B-B14F-4D97-AF65-F5344CB8AC3E}">
        <p14:creationId xmlns:p14="http://schemas.microsoft.com/office/powerpoint/2010/main" val="2983841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B926A254-AF15-B0EC-47BC-C2CE6A48BF61}"/>
              </a:ext>
            </a:extLst>
          </p:cNvPr>
          <p:cNvSpPr txBox="1"/>
          <p:nvPr/>
        </p:nvSpPr>
        <p:spPr>
          <a:xfrm>
            <a:off x="387118" y="2022357"/>
            <a:ext cx="114466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Rewrite (Normalization) operates on the logical operator tree but not on the written SQL</a:t>
            </a:r>
          </a:p>
        </p:txBody>
      </p:sp>
    </p:spTree>
    <p:extLst>
      <p:ext uri="{BB962C8B-B14F-4D97-AF65-F5344CB8AC3E}">
        <p14:creationId xmlns:p14="http://schemas.microsoft.com/office/powerpoint/2010/main" val="400796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8D70A9-F6A6-413F-F29D-EEF2B76F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Decorrelation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706F43-DD87-5C59-1029-962D59D75B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	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	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	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EXISTS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 SELECT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 FROM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 WHERE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o_custkey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       AND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o_orderdate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'2019-01-01’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);</a:t>
            </a:r>
            <a:endParaRPr lang="en-US" sz="1600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A8E7651D-7937-CAB5-F77E-208C7A3D38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2213" y="2169501"/>
            <a:ext cx="5584825" cy="356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92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F0B7A-0D94-9372-9427-CDA05F31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46DCF5-784F-4B4B-AA8E-A8E5645BF6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B50098-133A-C63F-77FE-10928152A4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77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25324-E6FF-E14E-7B36-8C9215F0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CTE (Common Table Expression)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2E0063-724B-3C66-A1DB-5BE8E4460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CTE stands for Common Table Expression</a:t>
            </a:r>
          </a:p>
          <a:p>
            <a:r>
              <a:rPr lang="en-US" dirty="0"/>
              <a:t>Introduced in SQL Server 2005</a:t>
            </a:r>
          </a:p>
          <a:p>
            <a:r>
              <a:rPr lang="en-US" dirty="0"/>
              <a:t>Acts as a </a:t>
            </a:r>
            <a:r>
              <a:rPr lang="en-US" b="1" dirty="0"/>
              <a:t>temporary </a:t>
            </a:r>
            <a:r>
              <a:rPr lang="en-US" dirty="0"/>
              <a:t>named </a:t>
            </a:r>
            <a:r>
              <a:rPr lang="en-US" b="1" dirty="0"/>
              <a:t>result </a:t>
            </a:r>
            <a:r>
              <a:rPr lang="en-US" b="1" dirty="0">
                <a:solidFill>
                  <a:srgbClr val="FF0000"/>
                </a:solidFill>
              </a:rPr>
              <a:t>set</a:t>
            </a:r>
            <a:r>
              <a:rPr lang="en-US" dirty="0"/>
              <a:t>!</a:t>
            </a:r>
          </a:p>
          <a:p>
            <a:r>
              <a:rPr lang="en-US" dirty="0"/>
              <a:t>Improves readability and modularity of complex queries</a:t>
            </a:r>
          </a:p>
          <a:p>
            <a:r>
              <a:rPr lang="en-US" dirty="0"/>
              <a:t>Can be recursive or non-recursive</a:t>
            </a:r>
          </a:p>
          <a:p>
            <a:r>
              <a:rPr lang="en-US" dirty="0"/>
              <a:t>Often used for</a:t>
            </a:r>
          </a:p>
          <a:p>
            <a:pPr lvl="1"/>
            <a:r>
              <a:rPr lang="en-US" dirty="0"/>
              <a:t>Simplifying nested queries</a:t>
            </a:r>
          </a:p>
          <a:p>
            <a:pPr lvl="1"/>
            <a:r>
              <a:rPr lang="en-US" dirty="0"/>
              <a:t>Breaking down logic into </a:t>
            </a:r>
            <a:r>
              <a:rPr lang="en-US" b="1" dirty="0"/>
              <a:t>logical</a:t>
            </a:r>
            <a:r>
              <a:rPr lang="en-US" dirty="0"/>
              <a:t> steps</a:t>
            </a:r>
          </a:p>
          <a:p>
            <a:pPr lvl="1"/>
            <a:r>
              <a:rPr lang="en-US" dirty="0"/>
              <a:t>Because of recursion it is often used for hierarchical data</a:t>
            </a:r>
          </a:p>
        </p:txBody>
      </p:sp>
    </p:spTree>
    <p:extLst>
      <p:ext uri="{BB962C8B-B14F-4D97-AF65-F5344CB8AC3E}">
        <p14:creationId xmlns:p14="http://schemas.microsoft.com/office/powerpoint/2010/main" val="2837694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BA750D-A303-034C-74A2-254A54DA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query with best performance?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50F14CE-A7FA-A5A1-3592-9F1BE41AA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014691"/>
              </p:ext>
            </p:extLst>
          </p:nvPr>
        </p:nvGraphicFramePr>
        <p:xfrm>
          <a:off x="334966" y="2001161"/>
          <a:ext cx="11525535" cy="4125024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3841845">
                  <a:extLst>
                    <a:ext uri="{9D8B030D-6E8A-4147-A177-3AD203B41FA5}">
                      <a16:colId xmlns:a16="http://schemas.microsoft.com/office/drawing/2014/main" val="4224833734"/>
                    </a:ext>
                  </a:extLst>
                </a:gridCol>
                <a:gridCol w="3841845">
                  <a:extLst>
                    <a:ext uri="{9D8B030D-6E8A-4147-A177-3AD203B41FA5}">
                      <a16:colId xmlns:a16="http://schemas.microsoft.com/office/drawing/2014/main" val="1247130673"/>
                    </a:ext>
                  </a:extLst>
                </a:gridCol>
                <a:gridCol w="3841845">
                  <a:extLst>
                    <a:ext uri="{9D8B030D-6E8A-4147-A177-3AD203B41FA5}">
                      <a16:colId xmlns:a16="http://schemas.microsoft.com/office/drawing/2014/main" val="122019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Query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Query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Query #3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25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SELECT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c_custkey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,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c_name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customers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c</a:t>
                      </a: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INNER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JOIN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nations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n</a:t>
                      </a: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ON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c_nationkey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n_nationkey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INNER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JOIN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regions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r</a:t>
                      </a: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ON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n_regionkey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r_regionkey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WHERE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c_mktsegment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'AUTOMOBILE’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AND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n_name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'Slovenia'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ORDER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BY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c_custkey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;</a:t>
                      </a:r>
                      <a:endParaRPr lang="en-US" sz="1000" dirty="0"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SELECT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c_custkey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,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c_name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 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  SELECT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*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customers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c</a:t>
                      </a: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  WHERE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c_mktsegment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'AUTOMOBILE’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)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c</a:t>
                      </a: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INNER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JOIN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(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  SELECT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*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nations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n</a:t>
                      </a: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  WHERE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n_name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'SLOVENIA’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)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n</a:t>
                      </a: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ON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c_nationkey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n_nationkey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INNER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JOIN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(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  SELECT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*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regions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r</a:t>
                      </a:r>
                    </a:p>
                    <a:p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)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r</a:t>
                      </a: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ON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r_regionkey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n_regionkey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ORDER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BY</a:t>
                      </a:r>
                      <a:endParaRPr lang="en-US" sz="10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0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c_custkey</a:t>
                      </a:r>
                      <a:r>
                        <a:rPr lang="en-US" sz="10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;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;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WITH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c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SELECT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*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customers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c</a:t>
                      </a: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WHERE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c_mktsegment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'AUTOMOBILE’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),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SELECT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*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nations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n</a:t>
                      </a: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WHERE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'SLOVENIA’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),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SELECT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*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dbo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regions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AS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r</a:t>
                      </a:r>
                    </a:p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SELECT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c_custkey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,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c_name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FROM  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INNER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JOIN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n</a:t>
                      </a: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ON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r_regionkey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n_regionkey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INNER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JOIN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c</a:t>
                      </a: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ON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c_nationkey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=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n_nationkey</a:t>
                      </a:r>
                      <a:r>
                        <a:rPr lang="en-US" sz="1200" dirty="0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ORDER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BY</a:t>
                      </a:r>
                      <a:endParaRPr lang="en-US" sz="120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scadia Mono" panose="020B06090200000200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      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</a:t>
                      </a:r>
                      <a:r>
                        <a:rPr lang="en-US" sz="1200" dirty="0" err="1">
                          <a:solidFill>
                            <a:srgbClr val="80808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.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c_custkey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ascadia Mono" panose="020B0609020000020004" pitchFamily="49" charset="0"/>
                        </a:rPr>
                        <a:t>;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98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805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3BA9E3-A71C-87D2-91FF-0A2B626D1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	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lang="en-US" sz="1300" noProof="1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c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c_name</a:t>
            </a:r>
            <a:endParaRPr lang="en-US" sz="1300" noProof="1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	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customers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</a:t>
            </a: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INNER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JOIN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dbo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nations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AS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n</a:t>
            </a: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ON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c_nationkey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n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n_nationkey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  <a:endParaRPr lang="en-US" sz="1300" noProof="1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WHERE	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c_mktsegment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'AUTOMOBILE’</a:t>
            </a:r>
            <a:endParaRPr lang="en-US" sz="1300" noProof="1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	AND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n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n_name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'Slovenia’</a:t>
            </a:r>
            <a:r>
              <a:rPr kumimoji="0" lang="en-US" sz="1300" b="0" i="0" u="none" strike="noStrike" kern="1200" cap="none" spc="0" normalizeH="0" baseline="0" noProof="1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endParaRPr lang="en-US" noProof="1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BB270C1-6988-2C67-79DC-F4F2D19DB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Input Tree</a:t>
            </a:r>
          </a:p>
          <a:p>
            <a:pPr lvl="1"/>
            <a:r>
              <a:rPr lang="en-US" dirty="0"/>
              <a:t>Initial representation before optimization begins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Converted Tree</a:t>
            </a:r>
          </a:p>
          <a:p>
            <a:pPr lvl="1"/>
            <a:r>
              <a:rPr lang="en-US" dirty="0"/>
              <a:t>Logical tree construction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Simplified Tree</a:t>
            </a:r>
          </a:p>
          <a:p>
            <a:pPr lvl="1"/>
            <a:r>
              <a:rPr lang="en-US" dirty="0"/>
              <a:t>Predicate pushdown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Join Collapse Tree</a:t>
            </a:r>
          </a:p>
          <a:p>
            <a:pPr lvl="1"/>
            <a:r>
              <a:rPr lang="en-US" dirty="0"/>
              <a:t>Structural simplification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Tree before Project Normalization</a:t>
            </a:r>
          </a:p>
          <a:p>
            <a:pPr lvl="1"/>
            <a:r>
              <a:rPr lang="en-US" dirty="0"/>
              <a:t>Pre-final projection shaping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Tree after Project Normalization</a:t>
            </a:r>
          </a:p>
          <a:p>
            <a:pPr lvl="1"/>
            <a:r>
              <a:rPr lang="en-US" dirty="0"/>
              <a:t>Final logical tree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0DCA4-A90D-EA24-5F0A-FC1D17570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Tree</a:t>
            </a:r>
          </a:p>
        </p:txBody>
      </p:sp>
    </p:spTree>
    <p:extLst>
      <p:ext uri="{BB962C8B-B14F-4D97-AF65-F5344CB8AC3E}">
        <p14:creationId xmlns:p14="http://schemas.microsoft.com/office/powerpoint/2010/main" val="2661701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5C7DBB9-3C8D-F682-1EEC-850F7523C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/>
          <a:lstStyle/>
          <a:p>
            <a:r>
              <a:rPr lang="en-US" dirty="0"/>
              <a:t>Commutative Law in relational algebra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F1FE022-064C-5BB2-B7DB-E9EC93D46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r>
              <a:rPr lang="en-US" dirty="0"/>
              <a:t>the order of operands does not affect the result for certain operations.</a:t>
            </a:r>
          </a:p>
          <a:p>
            <a:pPr lvl="1"/>
            <a:r>
              <a:rPr lang="en-US" dirty="0"/>
              <a:t>UNION (</a:t>
            </a:r>
            <a:r>
              <a:rPr lang="de-DE" b="1" dirty="0"/>
              <a:t>∪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(</a:t>
            </a:r>
            <a:r>
              <a:rPr lang="en-US" b="1" dirty="0"/>
              <a:t>R</a:t>
            </a:r>
            <a:r>
              <a:rPr lang="en-US" dirty="0"/>
              <a:t> </a:t>
            </a:r>
            <a:r>
              <a:rPr lang="de-DE" dirty="0"/>
              <a:t>∪ </a:t>
            </a:r>
            <a:r>
              <a:rPr lang="de-DE" b="1" dirty="0"/>
              <a:t>S</a:t>
            </a:r>
            <a:r>
              <a:rPr lang="de-DE" dirty="0"/>
              <a:t>) = (</a:t>
            </a:r>
            <a:r>
              <a:rPr lang="de-DE" b="1" dirty="0"/>
              <a:t>S</a:t>
            </a:r>
            <a:r>
              <a:rPr lang="de-DE" dirty="0"/>
              <a:t> ∪ </a:t>
            </a:r>
            <a:r>
              <a:rPr lang="de-DE" b="1" dirty="0"/>
              <a:t>R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Intersection</a:t>
            </a:r>
            <a:r>
              <a:rPr lang="de-DE" dirty="0"/>
              <a:t> (</a:t>
            </a:r>
            <a:r>
              <a:rPr lang="de-DE" b="1" dirty="0"/>
              <a:t>∩</a:t>
            </a:r>
            <a:r>
              <a:rPr lang="de-DE" dirty="0"/>
              <a:t>)</a:t>
            </a:r>
          </a:p>
          <a:p>
            <a:pPr lvl="2"/>
            <a:r>
              <a:rPr lang="en-US" dirty="0"/>
              <a:t>(</a:t>
            </a:r>
            <a:r>
              <a:rPr lang="en-US" b="1" dirty="0"/>
              <a:t>R</a:t>
            </a:r>
            <a:r>
              <a:rPr lang="en-US" dirty="0"/>
              <a:t> </a:t>
            </a:r>
            <a:r>
              <a:rPr lang="de-DE" b="1" dirty="0"/>
              <a:t>∩</a:t>
            </a:r>
            <a:r>
              <a:rPr lang="de-DE" dirty="0"/>
              <a:t> </a:t>
            </a:r>
            <a:r>
              <a:rPr lang="de-DE" b="1" dirty="0"/>
              <a:t>S</a:t>
            </a:r>
            <a:r>
              <a:rPr lang="de-DE" dirty="0"/>
              <a:t>) = (</a:t>
            </a:r>
            <a:r>
              <a:rPr lang="de-DE" b="1" dirty="0"/>
              <a:t>S</a:t>
            </a:r>
            <a:r>
              <a:rPr lang="de-DE" dirty="0"/>
              <a:t> </a:t>
            </a:r>
            <a:r>
              <a:rPr lang="de-DE" b="1" dirty="0"/>
              <a:t>∩</a:t>
            </a:r>
            <a:r>
              <a:rPr lang="de-DE" dirty="0"/>
              <a:t> </a:t>
            </a:r>
            <a:r>
              <a:rPr lang="de-DE" b="1" dirty="0"/>
              <a:t>R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JOIN (</a:t>
            </a:r>
            <a:r>
              <a:rPr lang="de-DE" b="1" dirty="0"/>
              <a:t>⋈</a:t>
            </a:r>
            <a:r>
              <a:rPr lang="de-DE" dirty="0"/>
              <a:t>)</a:t>
            </a:r>
          </a:p>
          <a:p>
            <a:pPr lvl="2"/>
            <a:r>
              <a:rPr lang="en-US" dirty="0"/>
              <a:t>(</a:t>
            </a:r>
            <a:r>
              <a:rPr lang="en-US" b="1" dirty="0"/>
              <a:t>R</a:t>
            </a:r>
            <a:r>
              <a:rPr lang="en-US" dirty="0"/>
              <a:t> </a:t>
            </a:r>
            <a:r>
              <a:rPr lang="de-DE" b="1" dirty="0"/>
              <a:t>⋈</a:t>
            </a:r>
            <a:r>
              <a:rPr lang="de-DE" dirty="0"/>
              <a:t> </a:t>
            </a:r>
            <a:r>
              <a:rPr lang="de-DE" b="1" dirty="0"/>
              <a:t>S</a:t>
            </a:r>
            <a:r>
              <a:rPr lang="de-DE" dirty="0"/>
              <a:t>) = (</a:t>
            </a:r>
            <a:r>
              <a:rPr lang="de-DE" b="1" dirty="0"/>
              <a:t>S</a:t>
            </a:r>
            <a:r>
              <a:rPr lang="de-DE" dirty="0"/>
              <a:t> </a:t>
            </a:r>
            <a:r>
              <a:rPr lang="de-DE" b="1" dirty="0"/>
              <a:t>⋈</a:t>
            </a:r>
            <a:r>
              <a:rPr lang="de-DE" dirty="0"/>
              <a:t> </a:t>
            </a:r>
            <a:r>
              <a:rPr lang="de-DE" b="1" dirty="0"/>
              <a:t>R</a:t>
            </a:r>
            <a:r>
              <a:rPr lang="de-DE" dirty="0"/>
              <a:t>)</a:t>
            </a:r>
            <a:br>
              <a:rPr lang="de-DE" dirty="0"/>
            </a:br>
            <a:r>
              <a:rPr lang="en-US" sz="1200" b="1" dirty="0">
                <a:solidFill>
                  <a:srgbClr val="FF0000"/>
                </a:solidFill>
              </a:rPr>
              <a:t>Only true for natural joins or theta joins with symmetric conditions</a:t>
            </a:r>
            <a:endParaRPr lang="de-DE" sz="1200" b="1" dirty="0">
              <a:solidFill>
                <a:srgbClr val="FF0000"/>
              </a:solidFill>
            </a:endParaRPr>
          </a:p>
          <a:p>
            <a:r>
              <a:rPr lang="en-US" dirty="0"/>
              <a:t>enables query optimization: SQL engines can reorder joins or unions for better performance.</a:t>
            </a:r>
          </a:p>
          <a:p>
            <a:r>
              <a:rPr lang="en-US"/>
              <a:t>helps </a:t>
            </a:r>
            <a:r>
              <a:rPr lang="en-US" dirty="0"/>
              <a:t>in rewriting queries without changing their meaning.</a:t>
            </a:r>
          </a:p>
        </p:txBody>
      </p:sp>
    </p:spTree>
    <p:extLst>
      <p:ext uri="{BB962C8B-B14F-4D97-AF65-F5344CB8AC3E}">
        <p14:creationId xmlns:p14="http://schemas.microsoft.com/office/powerpoint/2010/main" val="1678448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B9C2-0D65-2EA7-F655-F137CFA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668E183-D5F2-A8B2-64E9-68CD09B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Readability and Modularity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36AAD6-F94C-076B-D190-7BD3B6E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4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14960-6D4B-33AE-1103-6E4362AB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Myths About CTEs in SQL Server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725D9A-42B0-733F-5D95-E6FAD4E2A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CTEs Improve Performance</a:t>
            </a:r>
          </a:p>
          <a:p>
            <a:r>
              <a:rPr lang="en-US" dirty="0"/>
              <a:t>CTEs Are Materialized</a:t>
            </a:r>
          </a:p>
          <a:p>
            <a:r>
              <a:rPr lang="en-US" dirty="0"/>
              <a:t>CTEs Can Be Reused Multiple Times</a:t>
            </a:r>
          </a:p>
          <a:p>
            <a:r>
              <a:rPr lang="en-US" dirty="0"/>
              <a:t>Recursive CTEs Are Always Efficient</a:t>
            </a:r>
          </a:p>
          <a:p>
            <a:r>
              <a:rPr lang="en-US" dirty="0"/>
              <a:t>CTEs Replace Subqueries Completely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863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6D43A2D-C32D-E4A4-2AB5-050AE2CD0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CTEs Improve Performance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82B9D0E9-9533-4E7B-9D21-5C6D50E40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72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9551E4F-4C45-D86E-BEBC-0BE6AAEC6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CTEs Are Materialized</a:t>
            </a:r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4DC3FBEF-8AA1-B5A6-A178-658501B12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43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DCC500C-22FD-901F-E865-3C6A64A9A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CTEs Can Be Reused Multiple Times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75DB323D-85A7-FD8B-9A13-088D1B295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18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A1A36E9-F085-8169-A3DC-B8AF99A1AA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Best Practice Tip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875CB9CC-1F79-907F-A997-598158713D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CTEs for clarity and modularity, not for performance gains.</a:t>
            </a:r>
          </a:p>
          <a:p>
            <a:r>
              <a:rPr lang="en-US" dirty="0"/>
              <a:t>If performance is critical, inspect the execution plan and consider alternatives</a:t>
            </a:r>
          </a:p>
          <a:p>
            <a:pPr marL="1882775" indent="-342900" algn="l">
              <a:buFont typeface="Arial" panose="020B0604020202020204" pitchFamily="34" charset="0"/>
              <a:buChar char="•"/>
            </a:pPr>
            <a:r>
              <a:rPr lang="en-US" dirty="0"/>
              <a:t>indexed temp tables or</a:t>
            </a:r>
          </a:p>
          <a:p>
            <a:pPr marL="1882775" indent="-342900" algn="l">
              <a:buFont typeface="Arial" panose="020B0604020202020204" pitchFamily="34" charset="0"/>
              <a:buChar char="•"/>
            </a:pPr>
            <a:r>
              <a:rPr lang="en-US" dirty="0"/>
              <a:t>query refactoring</a:t>
            </a:r>
          </a:p>
        </p:txBody>
      </p:sp>
    </p:spTree>
    <p:extLst>
      <p:ext uri="{BB962C8B-B14F-4D97-AF65-F5344CB8AC3E}">
        <p14:creationId xmlns:p14="http://schemas.microsoft.com/office/powerpoint/2010/main" val="33727028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9.0.7022"/>
  <p:tag name="SLIDO_PRESENTATION_ID" val="0172d919-fdee-49d8-a699-648aeec16537"/>
  <p:tag name="SLIDO_EVENT_UUID" val="d581df3d-3c75-4752-9849-0f7db3f390a7"/>
  <p:tag name="SLIDO_EVENT_SECTION_UUID" val="d57ba301-6155-47e4-815c-79d5705821f0"/>
</p:tagLst>
</file>

<file path=ppt/theme/theme1.xml><?xml version="1.0" encoding="utf-8"?>
<a:theme xmlns:a="http://schemas.openxmlformats.org/drawingml/2006/main" name="db Berater GmbH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db-berater</Template>
  <TotalTime>0</TotalTime>
  <Words>2250</Words>
  <Application>Microsoft Office PowerPoint</Application>
  <PresentationFormat>Breitbild</PresentationFormat>
  <Paragraphs>273</Paragraphs>
  <Slides>25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4" baseType="lpstr">
      <vt:lpstr>Aptos</vt:lpstr>
      <vt:lpstr>Arial</vt:lpstr>
      <vt:lpstr>Calibri</vt:lpstr>
      <vt:lpstr>Cascadia Code</vt:lpstr>
      <vt:lpstr>Cascadia Mono</vt:lpstr>
      <vt:lpstr>Lucida Console</vt:lpstr>
      <vt:lpstr>Segoe UI</vt:lpstr>
      <vt:lpstr>verdana</vt:lpstr>
      <vt:lpstr>db Berater GmbH</vt:lpstr>
      <vt:lpstr>Debunk Myths About CTE A practical guide to understand and demystify Common Table Expressions in SQL Servers</vt:lpstr>
      <vt:lpstr>Links for this Session/Workshop</vt:lpstr>
      <vt:lpstr>Uwe Ricken db Berater GmbH</vt:lpstr>
      <vt:lpstr>Challenge SQL Server real world scenarios</vt:lpstr>
      <vt:lpstr>Agenda</vt:lpstr>
      <vt:lpstr>Understanding Query Execution Phases</vt:lpstr>
      <vt:lpstr>Readability and Modularity</vt:lpstr>
      <vt:lpstr>From Parsing to Execution</vt:lpstr>
      <vt:lpstr>From Parsing to Execution</vt:lpstr>
      <vt:lpstr>From Parsing to Execution</vt:lpstr>
      <vt:lpstr>From Parsing to Execution</vt:lpstr>
      <vt:lpstr>Rewrite (Optimization)</vt:lpstr>
      <vt:lpstr>PowerPoint-Präsentation</vt:lpstr>
      <vt:lpstr>Decorrelation</vt:lpstr>
      <vt:lpstr>PowerPoint-Präsentation</vt:lpstr>
      <vt:lpstr>What is a CTE (Common Table Expression)</vt:lpstr>
      <vt:lpstr>What is the query with best performance?</vt:lpstr>
      <vt:lpstr>Query Optimization Tree</vt:lpstr>
      <vt:lpstr>Commutative Law in relational algebra</vt:lpstr>
      <vt:lpstr>Readability and Modularity</vt:lpstr>
      <vt:lpstr>Myths About CTEs in SQL Server</vt:lpstr>
      <vt:lpstr>CTEs Improve Performance</vt:lpstr>
      <vt:lpstr>CTEs Are Materialized</vt:lpstr>
      <vt:lpstr>CTEs Can Be Reused Multiple Times</vt:lpstr>
      <vt:lpstr>Best Practice Tip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Uwe Ricken</dc:creator>
  <cp:lastModifiedBy>Uwe Ricken</cp:lastModifiedBy>
  <cp:revision>8</cp:revision>
  <dcterms:created xsi:type="dcterms:W3CDTF">2024-11-09T16:26:01Z</dcterms:created>
  <dcterms:modified xsi:type="dcterms:W3CDTF">2025-11-25T07:45:39Z</dcterms:modified>
</cp:coreProperties>
</file>